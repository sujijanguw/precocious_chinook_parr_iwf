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644DC-03EA-4269-9CA0-5995ED716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AEC79-0F1C-468E-B0DC-F77EFC859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E5839-DFF6-464E-B3DA-43C591D80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FCE1-949C-4690-AFEF-427308AA970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F4A72-70C9-4435-AF6C-AA389A4B4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3D7C7-4DCB-4FD5-BB1F-62AEF1434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06E76-A55E-48C2-BB98-E0CF23B48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9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07952-D857-41FE-9D08-3CD69BC2C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C7D99-FD42-41D7-AD0D-DF4108606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8871A-772F-4290-BC83-49FA6F060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FCE1-949C-4690-AFEF-427308AA970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52E69-D530-4FBF-B9BE-F8490F234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7D01E-6700-4F61-9596-6B076AC1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06E76-A55E-48C2-BB98-E0CF23B48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79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785CA-B0A3-4256-9A67-82B730CC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282B4-C92B-4345-8485-F91D1EF86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7853D-CD14-4B2E-9CD1-0CF3DD28A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FCE1-949C-4690-AFEF-427308AA970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F6E59-D8AC-4580-B266-9CF644F8B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0001F-54D6-4EFB-B3F2-245B16CF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06E76-A55E-48C2-BB98-E0CF23B48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1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A1D37-A897-474B-B1F7-4F55D93BA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024AA-29A0-4008-82BA-DEEBDF0BB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2B5A7-DD82-4199-B1D3-D7522A73A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C0DA44-F4D5-4D08-B573-C0AB677A0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FCE1-949C-4690-AFEF-427308AA970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DF263-2710-4148-8134-748238911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43DC4-FD40-45D3-951B-ED747B11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06E76-A55E-48C2-BB98-E0CF23B48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11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CD7E-706D-41D0-AB46-EBF799160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001CC-E492-47A3-8A08-888523985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E9E4-067A-4A20-82A0-7DD4D0C83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BED10D-5C56-414D-89A9-30DF5681B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949A7-66F2-440B-B5FC-2079D69D2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669915-BED0-40BC-A338-4AF33DE0B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FCE1-949C-4690-AFEF-427308AA970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972755-AF47-467F-91B0-705B3C011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4DDF76-DEF3-4625-A8ED-E0DD4F98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06E76-A55E-48C2-BB98-E0CF23B48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73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19527-5454-46C7-BE71-B7747A163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7A4B7C-12EB-469E-BFA4-A5BF1440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FCE1-949C-4690-AFEF-427308AA970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5BB10-0C70-497C-8A27-44C33C07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3D945-1122-4549-87D8-34B0731C2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06E76-A55E-48C2-BB98-E0CF23B48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35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3C37D6-34FD-4B13-AFAD-F82E1709C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FCE1-949C-4690-AFEF-427308AA970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013BA9-B4AC-4557-A948-76FFF3AD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56000-F57F-4AAE-8783-762AD6594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06E76-A55E-48C2-BB98-E0CF23B48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8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2CD5-DD43-4636-965B-7C6EEE7FF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0851B-15B3-452E-A973-71FFAB46D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AB935-25FB-4C4A-9773-4C4F04F8F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975D2-A9B1-4CAF-B914-3A28797A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FCE1-949C-4690-AFEF-427308AA970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72BEB9-16F5-44C3-B212-06A67859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84844-B673-4C79-A5A4-79F4D410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06E76-A55E-48C2-BB98-E0CF23B48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0B5E-21F7-4F42-A2DC-EF8AD150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FE414E-7661-4D6B-A847-FD119AC1B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DCFBB9-1991-4E58-A16E-CD61B582A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5A2E5-1FF1-4673-8303-A86FE0F9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FCE1-949C-4690-AFEF-427308AA970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868CE-27C5-4858-9330-AF29887B2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49CAD-AF2A-410D-B3EA-602D0200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06E76-A55E-48C2-BB98-E0CF23B48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83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7D4B8-0C4C-4450-9E79-B67B818F7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9D42D-81EC-495C-8204-83409813F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A50D2-2D0E-41EE-9239-48A16752D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FCE1-949C-4690-AFEF-427308AA970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DA282-6932-4D57-A9DC-20699DADB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480DB-AF03-485F-9034-C28F6404B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06E76-A55E-48C2-BB98-E0CF23B48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1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FF28C9-22A9-4A5E-B0BA-066400A4B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0FBEF-9AE4-4CB8-8CE1-D9BEA02C8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58652-B547-4DB0-9508-F735C7A27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FCE1-949C-4690-AFEF-427308AA970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3426F-AB53-41AA-8110-7EF09F34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B3A1E-3691-44ED-A7BE-2B04C9D6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06E76-A55E-48C2-BB98-E0CF23B48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24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55B223-1E39-4DCE-95C4-88C111FF1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C1D32-C0DC-4F0D-8C6A-0B8B3FB5D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EA3E6-3124-4661-9A14-6C968E41E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7FCE1-949C-4690-AFEF-427308AA970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FB820-4231-4D4D-880B-5606BB3E4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B3A61-97E9-49CF-A74D-0A50F9A3F7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06E76-A55E-48C2-BB98-E0CF23B48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6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E348F0-FF55-454F-8CE8-BB6FD5A2AB83}"/>
              </a:ext>
            </a:extLst>
          </p:cNvPr>
          <p:cNvGrpSpPr>
            <a:grpSpLocks noChangeAspect="1"/>
          </p:cNvGrpSpPr>
          <p:nvPr/>
        </p:nvGrpSpPr>
        <p:grpSpPr>
          <a:xfrm>
            <a:off x="890382" y="2122721"/>
            <a:ext cx="1371600" cy="356176"/>
            <a:chOff x="435325" y="2004295"/>
            <a:chExt cx="10972799" cy="2849409"/>
          </a:xfrm>
          <a:effectLst>
            <a:glow rad="63500">
              <a:schemeClr val="bg1">
                <a:alpha val="69000"/>
              </a:schemeClr>
            </a:glow>
          </a:effectLst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7DAC67E-6E4F-44CB-B648-64906D21B3AA}"/>
                </a:ext>
              </a:extLst>
            </p:cNvPr>
            <p:cNvSpPr/>
            <p:nvPr/>
          </p:nvSpPr>
          <p:spPr>
            <a:xfrm>
              <a:off x="9134334" y="2190417"/>
              <a:ext cx="2273790" cy="1892135"/>
            </a:xfrm>
            <a:custGeom>
              <a:avLst/>
              <a:gdLst>
                <a:gd name="connsiteX0" fmla="*/ 754968 w 843186"/>
                <a:gd name="connsiteY0" fmla="*/ 1166 h 800588"/>
                <a:gd name="connsiteX1" fmla="*/ 842702 w 843186"/>
                <a:gd name="connsiteY1" fmla="*/ 193084 h 800588"/>
                <a:gd name="connsiteX2" fmla="*/ 786351 w 843186"/>
                <a:gd name="connsiteY2" fmla="*/ 365986 h 800588"/>
                <a:gd name="connsiteX3" fmla="*/ 752879 w 843186"/>
                <a:gd name="connsiteY3" fmla="*/ 400294 h 800588"/>
                <a:gd name="connsiteX4" fmla="*/ 786351 w 843186"/>
                <a:gd name="connsiteY4" fmla="*/ 434603 h 800588"/>
                <a:gd name="connsiteX5" fmla="*/ 842702 w 843186"/>
                <a:gd name="connsiteY5" fmla="*/ 607504 h 800588"/>
                <a:gd name="connsiteX6" fmla="*/ 712086 w 843186"/>
                <a:gd name="connsiteY6" fmla="*/ 798004 h 800588"/>
                <a:gd name="connsiteX7" fmla="*/ 59002 w 843186"/>
                <a:gd name="connsiteY7" fmla="*/ 464629 h 800588"/>
                <a:gd name="connsiteX8" fmla="*/ 0 w 843186"/>
                <a:gd name="connsiteY8" fmla="*/ 408958 h 800588"/>
                <a:gd name="connsiteX9" fmla="*/ 2049 w 843186"/>
                <a:gd name="connsiteY9" fmla="*/ 400294 h 800588"/>
                <a:gd name="connsiteX10" fmla="*/ 0 w 843186"/>
                <a:gd name="connsiteY10" fmla="*/ 391630 h 800588"/>
                <a:gd name="connsiteX11" fmla="*/ 59002 w 843186"/>
                <a:gd name="connsiteY11" fmla="*/ 335959 h 800588"/>
                <a:gd name="connsiteX12" fmla="*/ 712086 w 843186"/>
                <a:gd name="connsiteY12" fmla="*/ 2584 h 800588"/>
                <a:gd name="connsiteX13" fmla="*/ 754968 w 843186"/>
                <a:gd name="connsiteY13" fmla="*/ 1166 h 80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3186" h="800588">
                  <a:moveTo>
                    <a:pt x="754968" y="1166"/>
                  </a:moveTo>
                  <a:cubicBezTo>
                    <a:pt x="841467" y="14243"/>
                    <a:pt x="837764" y="134049"/>
                    <a:pt x="842702" y="193084"/>
                  </a:cubicBezTo>
                  <a:cubicBezTo>
                    <a:pt x="846934" y="243686"/>
                    <a:pt x="823048" y="315719"/>
                    <a:pt x="786351" y="365986"/>
                  </a:cubicBezTo>
                  <a:lnTo>
                    <a:pt x="752879" y="400294"/>
                  </a:lnTo>
                  <a:lnTo>
                    <a:pt x="786351" y="434603"/>
                  </a:lnTo>
                  <a:cubicBezTo>
                    <a:pt x="823048" y="484869"/>
                    <a:pt x="846934" y="556902"/>
                    <a:pt x="842702" y="607504"/>
                  </a:cubicBezTo>
                  <a:cubicBezTo>
                    <a:pt x="837058" y="674973"/>
                    <a:pt x="842702" y="821816"/>
                    <a:pt x="712086" y="798004"/>
                  </a:cubicBezTo>
                  <a:cubicBezTo>
                    <a:pt x="581469" y="774192"/>
                    <a:pt x="164624" y="536066"/>
                    <a:pt x="59002" y="464629"/>
                  </a:cubicBezTo>
                  <a:cubicBezTo>
                    <a:pt x="19394" y="437840"/>
                    <a:pt x="2235" y="420874"/>
                    <a:pt x="0" y="408958"/>
                  </a:cubicBezTo>
                  <a:lnTo>
                    <a:pt x="2049" y="400294"/>
                  </a:lnTo>
                  <a:lnTo>
                    <a:pt x="0" y="391630"/>
                  </a:lnTo>
                  <a:cubicBezTo>
                    <a:pt x="2235" y="379714"/>
                    <a:pt x="19394" y="362748"/>
                    <a:pt x="59002" y="335959"/>
                  </a:cubicBezTo>
                  <a:cubicBezTo>
                    <a:pt x="164624" y="264522"/>
                    <a:pt x="581469" y="26396"/>
                    <a:pt x="712086" y="2584"/>
                  </a:cubicBezTo>
                  <a:cubicBezTo>
                    <a:pt x="728413" y="-393"/>
                    <a:pt x="742611" y="-703"/>
                    <a:pt x="754968" y="1166"/>
                  </a:cubicBezTo>
                  <a:close/>
                </a:path>
              </a:pathLst>
            </a:custGeom>
            <a:solidFill>
              <a:srgbClr val="DFD4B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BFCD979-85D9-45D0-A792-E288D8586DA2}"/>
                </a:ext>
              </a:extLst>
            </p:cNvPr>
            <p:cNvSpPr/>
            <p:nvPr/>
          </p:nvSpPr>
          <p:spPr>
            <a:xfrm>
              <a:off x="4822716" y="2004295"/>
              <a:ext cx="2198016" cy="723434"/>
            </a:xfrm>
            <a:custGeom>
              <a:avLst/>
              <a:gdLst>
                <a:gd name="connsiteX0" fmla="*/ 53320 w 932445"/>
                <a:gd name="connsiteY0" fmla="*/ 233508 h 306896"/>
                <a:gd name="connsiteX1" fmla="*/ 510520 w 932445"/>
                <a:gd name="connsiteY1" fmla="*/ 145 h 306896"/>
                <a:gd name="connsiteX2" fmla="*/ 829607 w 932445"/>
                <a:gd name="connsiteY2" fmla="*/ 200170 h 306896"/>
                <a:gd name="connsiteX3" fmla="*/ 877232 w 932445"/>
                <a:gd name="connsiteY3" fmla="*/ 300183 h 306896"/>
                <a:gd name="connsiteX4" fmla="*/ 100945 w 932445"/>
                <a:gd name="connsiteY4" fmla="*/ 290658 h 306896"/>
                <a:gd name="connsiteX5" fmla="*/ 53320 w 932445"/>
                <a:gd name="connsiteY5" fmla="*/ 233508 h 306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2445" h="306896">
                  <a:moveTo>
                    <a:pt x="53320" y="233508"/>
                  </a:moveTo>
                  <a:cubicBezTo>
                    <a:pt x="121582" y="185089"/>
                    <a:pt x="381139" y="5701"/>
                    <a:pt x="510520" y="145"/>
                  </a:cubicBezTo>
                  <a:cubicBezTo>
                    <a:pt x="639901" y="-5411"/>
                    <a:pt x="768488" y="150164"/>
                    <a:pt x="829607" y="200170"/>
                  </a:cubicBezTo>
                  <a:cubicBezTo>
                    <a:pt x="890726" y="250176"/>
                    <a:pt x="998676" y="285102"/>
                    <a:pt x="877232" y="300183"/>
                  </a:cubicBezTo>
                  <a:cubicBezTo>
                    <a:pt x="755788" y="315264"/>
                    <a:pt x="237470" y="301770"/>
                    <a:pt x="100945" y="290658"/>
                  </a:cubicBezTo>
                  <a:cubicBezTo>
                    <a:pt x="-35580" y="279546"/>
                    <a:pt x="-14942" y="281927"/>
                    <a:pt x="53320" y="233508"/>
                  </a:cubicBezTo>
                  <a:close/>
                </a:path>
              </a:pathLst>
            </a:custGeom>
            <a:solidFill>
              <a:srgbClr val="DFD4B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6B7F27-DC5D-4593-9F82-5F144C62E112}"/>
                </a:ext>
              </a:extLst>
            </p:cNvPr>
            <p:cNvSpPr/>
            <p:nvPr/>
          </p:nvSpPr>
          <p:spPr>
            <a:xfrm>
              <a:off x="7357134" y="3487349"/>
              <a:ext cx="1694484" cy="450649"/>
            </a:xfrm>
            <a:custGeom>
              <a:avLst/>
              <a:gdLst>
                <a:gd name="connsiteX0" fmla="*/ 6866 w 718836"/>
                <a:gd name="connsiteY0" fmla="*/ 75852 h 191175"/>
                <a:gd name="connsiteX1" fmla="*/ 373578 w 718836"/>
                <a:gd name="connsiteY1" fmla="*/ 190152 h 191175"/>
                <a:gd name="connsiteX2" fmla="*/ 711716 w 718836"/>
                <a:gd name="connsiteY2" fmla="*/ 4415 h 191175"/>
                <a:gd name="connsiteX3" fmla="*/ 6866 w 718836"/>
                <a:gd name="connsiteY3" fmla="*/ 75852 h 191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8836" h="191175">
                  <a:moveTo>
                    <a:pt x="6866" y="75852"/>
                  </a:moveTo>
                  <a:cubicBezTo>
                    <a:pt x="-49490" y="106808"/>
                    <a:pt x="256103" y="202058"/>
                    <a:pt x="373578" y="190152"/>
                  </a:cubicBezTo>
                  <a:cubicBezTo>
                    <a:pt x="491053" y="178246"/>
                    <a:pt x="766485" y="25846"/>
                    <a:pt x="711716" y="4415"/>
                  </a:cubicBezTo>
                  <a:cubicBezTo>
                    <a:pt x="656947" y="-17016"/>
                    <a:pt x="63222" y="44896"/>
                    <a:pt x="6866" y="75852"/>
                  </a:cubicBezTo>
                  <a:close/>
                </a:path>
              </a:pathLst>
            </a:custGeom>
            <a:solidFill>
              <a:srgbClr val="DFD4B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BE4BE69-513F-4FC8-B8D6-5F14324BC406}"/>
                </a:ext>
              </a:extLst>
            </p:cNvPr>
            <p:cNvSpPr/>
            <p:nvPr/>
          </p:nvSpPr>
          <p:spPr>
            <a:xfrm>
              <a:off x="7903196" y="2515502"/>
              <a:ext cx="1279653" cy="424451"/>
            </a:xfrm>
            <a:custGeom>
              <a:avLst/>
              <a:gdLst>
                <a:gd name="connsiteX0" fmla="*/ 2055 w 542856"/>
                <a:gd name="connsiteY0" fmla="*/ 87791 h 180061"/>
                <a:gd name="connsiteX1" fmla="*/ 354480 w 542856"/>
                <a:gd name="connsiteY1" fmla="*/ 2066 h 180061"/>
                <a:gd name="connsiteX2" fmla="*/ 530693 w 542856"/>
                <a:gd name="connsiteY2" fmla="*/ 178279 h 180061"/>
                <a:gd name="connsiteX3" fmla="*/ 2055 w 542856"/>
                <a:gd name="connsiteY3" fmla="*/ 87791 h 18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2856" h="180061">
                  <a:moveTo>
                    <a:pt x="2055" y="87791"/>
                  </a:moveTo>
                  <a:cubicBezTo>
                    <a:pt x="-27314" y="58422"/>
                    <a:pt x="266374" y="-13015"/>
                    <a:pt x="354480" y="2066"/>
                  </a:cubicBezTo>
                  <a:cubicBezTo>
                    <a:pt x="442586" y="17147"/>
                    <a:pt x="585462" y="163992"/>
                    <a:pt x="530693" y="178279"/>
                  </a:cubicBezTo>
                  <a:cubicBezTo>
                    <a:pt x="475924" y="192566"/>
                    <a:pt x="31424" y="117160"/>
                    <a:pt x="2055" y="87791"/>
                  </a:cubicBezTo>
                  <a:close/>
                </a:path>
              </a:pathLst>
            </a:custGeom>
            <a:solidFill>
              <a:srgbClr val="DFD4B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64D80AC-CA75-4121-A199-7F059E08481A}"/>
                </a:ext>
              </a:extLst>
            </p:cNvPr>
            <p:cNvSpPr/>
            <p:nvPr/>
          </p:nvSpPr>
          <p:spPr>
            <a:xfrm>
              <a:off x="435325" y="2314871"/>
              <a:ext cx="9960724" cy="1643231"/>
            </a:xfrm>
            <a:custGeom>
              <a:avLst/>
              <a:gdLst>
                <a:gd name="connsiteX0" fmla="*/ 2439696 w 9960724"/>
                <a:gd name="connsiteY0" fmla="*/ 1817 h 1643231"/>
                <a:gd name="connsiteX1" fmla="*/ 3962985 w 9960724"/>
                <a:gd name="connsiteY1" fmla="*/ 51462 h 1643231"/>
                <a:gd name="connsiteX2" fmla="*/ 8026961 w 9960724"/>
                <a:gd name="connsiteY2" fmla="*/ 340984 h 1643231"/>
                <a:gd name="connsiteX3" fmla="*/ 9744607 w 9960724"/>
                <a:gd name="connsiteY3" fmla="*/ 554981 h 1643231"/>
                <a:gd name="connsiteX4" fmla="*/ 9755835 w 9960724"/>
                <a:gd name="connsiteY4" fmla="*/ 1121442 h 1643231"/>
                <a:gd name="connsiteX5" fmla="*/ 8105545 w 9960724"/>
                <a:gd name="connsiteY5" fmla="*/ 1348023 h 1643231"/>
                <a:gd name="connsiteX6" fmla="*/ 5108084 w 9960724"/>
                <a:gd name="connsiteY6" fmla="*/ 1612371 h 1643231"/>
                <a:gd name="connsiteX7" fmla="*/ 1773826 w 9960724"/>
                <a:gd name="connsiteY7" fmla="*/ 1587196 h 1643231"/>
                <a:gd name="connsiteX8" fmla="*/ 449104 w 9960724"/>
                <a:gd name="connsiteY8" fmla="*/ 1385788 h 1643231"/>
                <a:gd name="connsiteX9" fmla="*/ 115119 w 9960724"/>
                <a:gd name="connsiteY9" fmla="*/ 1197306 h 1643231"/>
                <a:gd name="connsiteX10" fmla="*/ 87216 w 9960724"/>
                <a:gd name="connsiteY10" fmla="*/ 1159540 h 1643231"/>
                <a:gd name="connsiteX11" fmla="*/ 88550 w 9960724"/>
                <a:gd name="connsiteY11" fmla="*/ 1137942 h 1643231"/>
                <a:gd name="connsiteX12" fmla="*/ 217138 w 9960724"/>
                <a:gd name="connsiteY12" fmla="*/ 1152229 h 1643231"/>
                <a:gd name="connsiteX13" fmla="*/ 660050 w 9960724"/>
                <a:gd name="connsiteY13" fmla="*/ 1333204 h 1643231"/>
                <a:gd name="connsiteX14" fmla="*/ 236188 w 9960724"/>
                <a:gd name="connsiteY14" fmla="*/ 1147467 h 1643231"/>
                <a:gd name="connsiteX15" fmla="*/ 69500 w 9960724"/>
                <a:gd name="connsiteY15" fmla="*/ 1071267 h 1643231"/>
                <a:gd name="connsiteX16" fmla="*/ 18936 w 9960724"/>
                <a:gd name="connsiteY16" fmla="*/ 1022878 h 1643231"/>
                <a:gd name="connsiteX17" fmla="*/ 12726 w 9960724"/>
                <a:gd name="connsiteY17" fmla="*/ 1008961 h 1643231"/>
                <a:gd name="connsiteX18" fmla="*/ 49 w 9960724"/>
                <a:gd name="connsiteY18" fmla="*/ 955743 h 1643231"/>
                <a:gd name="connsiteX19" fmla="*/ 426651 w 9960724"/>
                <a:gd name="connsiteY19" fmla="*/ 329674 h 1643231"/>
                <a:gd name="connsiteX20" fmla="*/ 1313542 w 9960724"/>
                <a:gd name="connsiteY20" fmla="*/ 26286 h 1643231"/>
                <a:gd name="connsiteX21" fmla="*/ 2439696 w 9960724"/>
                <a:gd name="connsiteY21" fmla="*/ 1817 h 1643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960724" h="1643231">
                  <a:moveTo>
                    <a:pt x="2439696" y="1817"/>
                  </a:moveTo>
                  <a:cubicBezTo>
                    <a:pt x="2888521" y="7351"/>
                    <a:pt x="3403534" y="25237"/>
                    <a:pt x="3962985" y="51462"/>
                  </a:cubicBezTo>
                  <a:cubicBezTo>
                    <a:pt x="5081890" y="103913"/>
                    <a:pt x="7063358" y="257064"/>
                    <a:pt x="8026961" y="340984"/>
                  </a:cubicBezTo>
                  <a:cubicBezTo>
                    <a:pt x="8990564" y="424904"/>
                    <a:pt x="9456463" y="424904"/>
                    <a:pt x="9744607" y="554981"/>
                  </a:cubicBezTo>
                  <a:cubicBezTo>
                    <a:pt x="10032751" y="685058"/>
                    <a:pt x="10029010" y="989269"/>
                    <a:pt x="9755835" y="1121442"/>
                  </a:cubicBezTo>
                  <a:cubicBezTo>
                    <a:pt x="9482659" y="1253615"/>
                    <a:pt x="8880171" y="1266201"/>
                    <a:pt x="8105545" y="1348023"/>
                  </a:cubicBezTo>
                  <a:cubicBezTo>
                    <a:pt x="7330919" y="1429844"/>
                    <a:pt x="6163370" y="1572510"/>
                    <a:pt x="5108084" y="1612371"/>
                  </a:cubicBezTo>
                  <a:cubicBezTo>
                    <a:pt x="4052797" y="1652233"/>
                    <a:pt x="2597099" y="1662723"/>
                    <a:pt x="1773826" y="1587196"/>
                  </a:cubicBezTo>
                  <a:cubicBezTo>
                    <a:pt x="950553" y="1511668"/>
                    <a:pt x="744733" y="1491030"/>
                    <a:pt x="449104" y="1385788"/>
                  </a:cubicBezTo>
                  <a:cubicBezTo>
                    <a:pt x="301290" y="1333167"/>
                    <a:pt x="189961" y="1269660"/>
                    <a:pt x="115119" y="1197306"/>
                  </a:cubicBezTo>
                  <a:lnTo>
                    <a:pt x="87216" y="1159540"/>
                  </a:lnTo>
                  <a:lnTo>
                    <a:pt x="88550" y="1137942"/>
                  </a:lnTo>
                  <a:cubicBezTo>
                    <a:pt x="106409" y="1127623"/>
                    <a:pt x="121888" y="1119685"/>
                    <a:pt x="217138" y="1152229"/>
                  </a:cubicBezTo>
                  <a:cubicBezTo>
                    <a:pt x="312388" y="1184773"/>
                    <a:pt x="656875" y="1333998"/>
                    <a:pt x="660050" y="1333204"/>
                  </a:cubicBezTo>
                  <a:cubicBezTo>
                    <a:pt x="663225" y="1332410"/>
                    <a:pt x="334613" y="1191123"/>
                    <a:pt x="236188" y="1147467"/>
                  </a:cubicBezTo>
                  <a:cubicBezTo>
                    <a:pt x="137763" y="1103811"/>
                    <a:pt x="107600" y="1096270"/>
                    <a:pt x="69500" y="1071267"/>
                  </a:cubicBezTo>
                  <a:cubicBezTo>
                    <a:pt x="40925" y="1052515"/>
                    <a:pt x="29764" y="1043584"/>
                    <a:pt x="18936" y="1022878"/>
                  </a:cubicBezTo>
                  <a:lnTo>
                    <a:pt x="12726" y="1008961"/>
                  </a:lnTo>
                  <a:lnTo>
                    <a:pt x="49" y="955743"/>
                  </a:lnTo>
                  <a:cubicBezTo>
                    <a:pt x="-3692" y="779725"/>
                    <a:pt x="207735" y="484584"/>
                    <a:pt x="426651" y="329674"/>
                  </a:cubicBezTo>
                  <a:cubicBezTo>
                    <a:pt x="645568" y="174765"/>
                    <a:pt x="724154" y="72655"/>
                    <a:pt x="1313542" y="26286"/>
                  </a:cubicBezTo>
                  <a:cubicBezTo>
                    <a:pt x="1608237" y="3102"/>
                    <a:pt x="1990872" y="-3717"/>
                    <a:pt x="2439696" y="1817"/>
                  </a:cubicBezTo>
                  <a:close/>
                </a:path>
              </a:pathLst>
            </a:custGeom>
            <a:gradFill>
              <a:gsLst>
                <a:gs pos="69000">
                  <a:srgbClr val="DBD6D3"/>
                </a:gs>
                <a:gs pos="47000">
                  <a:srgbClr val="ADA299"/>
                </a:gs>
              </a:gsLst>
              <a:lin ang="5400000" scaled="1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25D380C-BCB7-473D-86D7-9A7030CDFCDF}"/>
                </a:ext>
              </a:extLst>
            </p:cNvPr>
            <p:cNvSpPr/>
            <p:nvPr/>
          </p:nvSpPr>
          <p:spPr>
            <a:xfrm>
              <a:off x="2161393" y="3461391"/>
              <a:ext cx="3699902" cy="1392313"/>
            </a:xfrm>
            <a:custGeom>
              <a:avLst/>
              <a:gdLst>
                <a:gd name="connsiteX0" fmla="*/ 1574222 w 1577990"/>
                <a:gd name="connsiteY0" fmla="*/ 124010 h 543849"/>
                <a:gd name="connsiteX1" fmla="*/ 1074159 w 1577990"/>
                <a:gd name="connsiteY1" fmla="*/ 505010 h 543849"/>
                <a:gd name="connsiteX2" fmla="*/ 388359 w 1577990"/>
                <a:gd name="connsiteY2" fmla="*/ 485960 h 543849"/>
                <a:gd name="connsiteX3" fmla="*/ 12122 w 1577990"/>
                <a:gd name="connsiteY3" fmla="*/ 104960 h 543849"/>
                <a:gd name="connsiteX4" fmla="*/ 159759 w 1577990"/>
                <a:gd name="connsiteY4" fmla="*/ 9710 h 543849"/>
                <a:gd name="connsiteX5" fmla="*/ 812222 w 1577990"/>
                <a:gd name="connsiteY5" fmla="*/ 14472 h 543849"/>
                <a:gd name="connsiteX6" fmla="*/ 1574222 w 1577990"/>
                <a:gd name="connsiteY6" fmla="*/ 124010 h 543849"/>
                <a:gd name="connsiteX0" fmla="*/ 1574222 w 1577867"/>
                <a:gd name="connsiteY0" fmla="*/ 160846 h 580685"/>
                <a:gd name="connsiteX1" fmla="*/ 1074159 w 1577867"/>
                <a:gd name="connsiteY1" fmla="*/ 541846 h 580685"/>
                <a:gd name="connsiteX2" fmla="*/ 388359 w 1577867"/>
                <a:gd name="connsiteY2" fmla="*/ 522796 h 580685"/>
                <a:gd name="connsiteX3" fmla="*/ 12122 w 1577867"/>
                <a:gd name="connsiteY3" fmla="*/ 141796 h 580685"/>
                <a:gd name="connsiteX4" fmla="*/ 159759 w 1577867"/>
                <a:gd name="connsiteY4" fmla="*/ 46546 h 580685"/>
                <a:gd name="connsiteX5" fmla="*/ 816984 w 1577867"/>
                <a:gd name="connsiteY5" fmla="*/ 3683 h 580685"/>
                <a:gd name="connsiteX6" fmla="*/ 1574222 w 1577867"/>
                <a:gd name="connsiteY6" fmla="*/ 160846 h 580685"/>
                <a:gd name="connsiteX0" fmla="*/ 1568310 w 1571955"/>
                <a:gd name="connsiteY0" fmla="*/ 170810 h 590649"/>
                <a:gd name="connsiteX1" fmla="*/ 1068247 w 1571955"/>
                <a:gd name="connsiteY1" fmla="*/ 551810 h 590649"/>
                <a:gd name="connsiteX2" fmla="*/ 382447 w 1571955"/>
                <a:gd name="connsiteY2" fmla="*/ 532760 h 590649"/>
                <a:gd name="connsiteX3" fmla="*/ 6210 w 1571955"/>
                <a:gd name="connsiteY3" fmla="*/ 151760 h 590649"/>
                <a:gd name="connsiteX4" fmla="*/ 196709 w 1571955"/>
                <a:gd name="connsiteY4" fmla="*/ 18410 h 590649"/>
                <a:gd name="connsiteX5" fmla="*/ 811072 w 1571955"/>
                <a:gd name="connsiteY5" fmla="*/ 13647 h 590649"/>
                <a:gd name="connsiteX6" fmla="*/ 1568310 w 1571955"/>
                <a:gd name="connsiteY6" fmla="*/ 170810 h 590649"/>
                <a:gd name="connsiteX0" fmla="*/ 1565932 w 1569577"/>
                <a:gd name="connsiteY0" fmla="*/ 170810 h 590649"/>
                <a:gd name="connsiteX1" fmla="*/ 1065869 w 1569577"/>
                <a:gd name="connsiteY1" fmla="*/ 551810 h 590649"/>
                <a:gd name="connsiteX2" fmla="*/ 380069 w 1569577"/>
                <a:gd name="connsiteY2" fmla="*/ 532760 h 590649"/>
                <a:gd name="connsiteX3" fmla="*/ 3832 w 1569577"/>
                <a:gd name="connsiteY3" fmla="*/ 151760 h 590649"/>
                <a:gd name="connsiteX4" fmla="*/ 222906 w 1569577"/>
                <a:gd name="connsiteY4" fmla="*/ 18410 h 590649"/>
                <a:gd name="connsiteX5" fmla="*/ 808694 w 1569577"/>
                <a:gd name="connsiteY5" fmla="*/ 13647 h 590649"/>
                <a:gd name="connsiteX6" fmla="*/ 1565932 w 1569577"/>
                <a:gd name="connsiteY6" fmla="*/ 170810 h 590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69577" h="590649">
                  <a:moveTo>
                    <a:pt x="1565932" y="170810"/>
                  </a:moveTo>
                  <a:cubicBezTo>
                    <a:pt x="1608794" y="260504"/>
                    <a:pt x="1263513" y="491485"/>
                    <a:pt x="1065869" y="551810"/>
                  </a:cubicBezTo>
                  <a:cubicBezTo>
                    <a:pt x="868225" y="612135"/>
                    <a:pt x="557075" y="599435"/>
                    <a:pt x="380069" y="532760"/>
                  </a:cubicBezTo>
                  <a:cubicBezTo>
                    <a:pt x="203063" y="466085"/>
                    <a:pt x="30026" y="237485"/>
                    <a:pt x="3832" y="151760"/>
                  </a:cubicBezTo>
                  <a:cubicBezTo>
                    <a:pt x="-22362" y="66035"/>
                    <a:pt x="89556" y="33491"/>
                    <a:pt x="222906" y="18410"/>
                  </a:cubicBezTo>
                  <a:cubicBezTo>
                    <a:pt x="356256" y="3329"/>
                    <a:pt x="584856" y="-11753"/>
                    <a:pt x="808694" y="13647"/>
                  </a:cubicBezTo>
                  <a:cubicBezTo>
                    <a:pt x="1032532" y="39047"/>
                    <a:pt x="1523070" y="81116"/>
                    <a:pt x="1565932" y="170810"/>
                  </a:cubicBezTo>
                  <a:close/>
                </a:path>
              </a:pathLst>
            </a:custGeom>
            <a:gradFill flip="none" rotWithShape="1">
              <a:gsLst>
                <a:gs pos="67000">
                  <a:srgbClr val="FA7D00"/>
                </a:gs>
                <a:gs pos="100000">
                  <a:srgbClr val="FA7D00">
                    <a:alpha val="0"/>
                  </a:srgbClr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AECD7CC-8111-4265-B83B-2101081BEBDF}"/>
                </a:ext>
              </a:extLst>
            </p:cNvPr>
            <p:cNvSpPr/>
            <p:nvPr/>
          </p:nvSpPr>
          <p:spPr>
            <a:xfrm>
              <a:off x="775628" y="2668095"/>
              <a:ext cx="793296" cy="793296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" name="Oval 12">
              <a:extLst>
                <a:ext uri="{FF2B5EF4-FFF2-40B4-BE49-F238E27FC236}">
                  <a16:creationId xmlns:a16="http://schemas.microsoft.com/office/drawing/2014/main" id="{D24A973E-3875-4B3D-9D97-730C2BAF46E5}"/>
                </a:ext>
              </a:extLst>
            </p:cNvPr>
            <p:cNvSpPr/>
            <p:nvPr/>
          </p:nvSpPr>
          <p:spPr>
            <a:xfrm>
              <a:off x="901849" y="2831177"/>
              <a:ext cx="537474" cy="492578"/>
            </a:xfrm>
            <a:custGeom>
              <a:avLst/>
              <a:gdLst>
                <a:gd name="connsiteX0" fmla="*/ 0 w 208957"/>
                <a:gd name="connsiteY0" fmla="*/ 104479 h 208957"/>
                <a:gd name="connsiteX1" fmla="*/ 104479 w 208957"/>
                <a:gd name="connsiteY1" fmla="*/ 0 h 208957"/>
                <a:gd name="connsiteX2" fmla="*/ 208958 w 208957"/>
                <a:gd name="connsiteY2" fmla="*/ 104479 h 208957"/>
                <a:gd name="connsiteX3" fmla="*/ 104479 w 208957"/>
                <a:gd name="connsiteY3" fmla="*/ 208958 h 208957"/>
                <a:gd name="connsiteX4" fmla="*/ 0 w 208957"/>
                <a:gd name="connsiteY4" fmla="*/ 104479 h 208957"/>
                <a:gd name="connsiteX0" fmla="*/ 0 w 228008"/>
                <a:gd name="connsiteY0" fmla="*/ 102099 h 208962"/>
                <a:gd name="connsiteX1" fmla="*/ 123529 w 228008"/>
                <a:gd name="connsiteY1" fmla="*/ 2 h 208962"/>
                <a:gd name="connsiteX2" fmla="*/ 228008 w 228008"/>
                <a:gd name="connsiteY2" fmla="*/ 104481 h 208962"/>
                <a:gd name="connsiteX3" fmla="*/ 123529 w 228008"/>
                <a:gd name="connsiteY3" fmla="*/ 208960 h 208962"/>
                <a:gd name="connsiteX4" fmla="*/ 0 w 228008"/>
                <a:gd name="connsiteY4" fmla="*/ 102099 h 20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008" h="208962">
                  <a:moveTo>
                    <a:pt x="0" y="102099"/>
                  </a:moveTo>
                  <a:cubicBezTo>
                    <a:pt x="0" y="44397"/>
                    <a:pt x="85528" y="-395"/>
                    <a:pt x="123529" y="2"/>
                  </a:cubicBezTo>
                  <a:cubicBezTo>
                    <a:pt x="161530" y="399"/>
                    <a:pt x="228008" y="46779"/>
                    <a:pt x="228008" y="104481"/>
                  </a:cubicBezTo>
                  <a:cubicBezTo>
                    <a:pt x="228008" y="162183"/>
                    <a:pt x="161530" y="209357"/>
                    <a:pt x="123529" y="208960"/>
                  </a:cubicBezTo>
                  <a:cubicBezTo>
                    <a:pt x="85528" y="208563"/>
                    <a:pt x="0" y="159801"/>
                    <a:pt x="0" y="102099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C4B26EF-72A8-4CA4-8168-E839D01DFBCF}"/>
                </a:ext>
              </a:extLst>
            </p:cNvPr>
            <p:cNvSpPr/>
            <p:nvPr/>
          </p:nvSpPr>
          <p:spPr>
            <a:xfrm>
              <a:off x="1889195" y="2644546"/>
              <a:ext cx="505319" cy="1184389"/>
            </a:xfrm>
            <a:custGeom>
              <a:avLst/>
              <a:gdLst>
                <a:gd name="connsiteX0" fmla="*/ 0 w 214367"/>
                <a:gd name="connsiteY0" fmla="*/ 502443 h 502443"/>
                <a:gd name="connsiteX1" fmla="*/ 185738 w 214367"/>
                <a:gd name="connsiteY1" fmla="*/ 338137 h 502443"/>
                <a:gd name="connsiteX2" fmla="*/ 209550 w 214367"/>
                <a:gd name="connsiteY2" fmla="*/ 97631 h 502443"/>
                <a:gd name="connsiteX3" fmla="*/ 142875 w 214367"/>
                <a:gd name="connsiteY3" fmla="*/ 0 h 502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67" h="502443">
                  <a:moveTo>
                    <a:pt x="0" y="502443"/>
                  </a:moveTo>
                  <a:cubicBezTo>
                    <a:pt x="75406" y="454024"/>
                    <a:pt x="150813" y="405606"/>
                    <a:pt x="185738" y="338137"/>
                  </a:cubicBezTo>
                  <a:cubicBezTo>
                    <a:pt x="220663" y="270668"/>
                    <a:pt x="216694" y="153987"/>
                    <a:pt x="209550" y="97631"/>
                  </a:cubicBezTo>
                  <a:cubicBezTo>
                    <a:pt x="202406" y="41275"/>
                    <a:pt x="172640" y="20637"/>
                    <a:pt x="142875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C113322-117B-4736-8159-63825FB43A60}"/>
                </a:ext>
              </a:extLst>
            </p:cNvPr>
            <p:cNvSpPr/>
            <p:nvPr/>
          </p:nvSpPr>
          <p:spPr>
            <a:xfrm>
              <a:off x="1619760" y="3037470"/>
              <a:ext cx="384903" cy="684815"/>
            </a:xfrm>
            <a:custGeom>
              <a:avLst/>
              <a:gdLst>
                <a:gd name="connsiteX0" fmla="*/ 0 w 163284"/>
                <a:gd name="connsiteY0" fmla="*/ 290513 h 290513"/>
                <a:gd name="connsiteX1" fmla="*/ 126207 w 163284"/>
                <a:gd name="connsiteY1" fmla="*/ 228600 h 290513"/>
                <a:gd name="connsiteX2" fmla="*/ 161925 w 163284"/>
                <a:gd name="connsiteY2" fmla="*/ 69056 h 290513"/>
                <a:gd name="connsiteX3" fmla="*/ 152400 w 163284"/>
                <a:gd name="connsiteY3" fmla="*/ 0 h 290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284" h="290513">
                  <a:moveTo>
                    <a:pt x="0" y="290513"/>
                  </a:moveTo>
                  <a:cubicBezTo>
                    <a:pt x="49609" y="278011"/>
                    <a:pt x="99219" y="265510"/>
                    <a:pt x="126207" y="228600"/>
                  </a:cubicBezTo>
                  <a:cubicBezTo>
                    <a:pt x="153195" y="191690"/>
                    <a:pt x="157559" y="107156"/>
                    <a:pt x="161925" y="69056"/>
                  </a:cubicBezTo>
                  <a:cubicBezTo>
                    <a:pt x="166291" y="30956"/>
                    <a:pt x="159345" y="15478"/>
                    <a:pt x="15240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B49DC2F-3CC8-42C3-8820-562A80C62FA4}"/>
                </a:ext>
              </a:extLst>
            </p:cNvPr>
            <p:cNvSpPr/>
            <p:nvPr/>
          </p:nvSpPr>
          <p:spPr>
            <a:xfrm>
              <a:off x="2617376" y="2727524"/>
              <a:ext cx="304942" cy="577026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B77EBBA-BBDF-4BC6-A06D-7720232CA053}"/>
                </a:ext>
              </a:extLst>
            </p:cNvPr>
            <p:cNvSpPr/>
            <p:nvPr/>
          </p:nvSpPr>
          <p:spPr>
            <a:xfrm>
              <a:off x="3336947" y="2660742"/>
              <a:ext cx="383682" cy="723434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61D5DD7-2F95-4E33-A3B6-7FCE9E89D5BD}"/>
                </a:ext>
              </a:extLst>
            </p:cNvPr>
            <p:cNvSpPr/>
            <p:nvPr/>
          </p:nvSpPr>
          <p:spPr>
            <a:xfrm>
              <a:off x="4137825" y="2660742"/>
              <a:ext cx="354660" cy="784454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C4F6644-51FC-47A6-9A37-398B20EEDCD3}"/>
                </a:ext>
              </a:extLst>
            </p:cNvPr>
            <p:cNvSpPr/>
            <p:nvPr/>
          </p:nvSpPr>
          <p:spPr>
            <a:xfrm>
              <a:off x="9348281" y="2875765"/>
              <a:ext cx="526135" cy="521438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D31C30C-F0FF-4FC0-8662-8299520ADEDA}"/>
                </a:ext>
              </a:extLst>
            </p:cNvPr>
            <p:cNvSpPr/>
            <p:nvPr/>
          </p:nvSpPr>
          <p:spPr>
            <a:xfrm>
              <a:off x="8544795" y="2861549"/>
              <a:ext cx="464342" cy="547396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12DA28B-9D9B-4D6F-BDBE-8589B5898412}"/>
                </a:ext>
              </a:extLst>
            </p:cNvPr>
            <p:cNvSpPr/>
            <p:nvPr/>
          </p:nvSpPr>
          <p:spPr>
            <a:xfrm>
              <a:off x="5035920" y="2685239"/>
              <a:ext cx="401422" cy="784454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DA89047-48CC-4002-9522-7305F9B9180F}"/>
                </a:ext>
              </a:extLst>
            </p:cNvPr>
            <p:cNvSpPr/>
            <p:nvPr/>
          </p:nvSpPr>
          <p:spPr>
            <a:xfrm>
              <a:off x="5941488" y="2772828"/>
              <a:ext cx="350136" cy="65617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95E5B20-A359-4C8E-AE62-76A04D2089BB}"/>
                </a:ext>
              </a:extLst>
            </p:cNvPr>
            <p:cNvSpPr/>
            <p:nvPr/>
          </p:nvSpPr>
          <p:spPr>
            <a:xfrm>
              <a:off x="6794805" y="2841066"/>
              <a:ext cx="359225" cy="602779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7D45D6A-9C03-4CDF-A543-CB4CBA6D530E}"/>
                </a:ext>
              </a:extLst>
            </p:cNvPr>
            <p:cNvSpPr/>
            <p:nvPr/>
          </p:nvSpPr>
          <p:spPr>
            <a:xfrm>
              <a:off x="7676395" y="2873601"/>
              <a:ext cx="391235" cy="547396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4F7D322-B647-4C6C-B8CE-00DAF27BA307}"/>
                </a:ext>
              </a:extLst>
            </p:cNvPr>
            <p:cNvSpPr/>
            <p:nvPr/>
          </p:nvSpPr>
          <p:spPr>
            <a:xfrm>
              <a:off x="435325" y="2314870"/>
              <a:ext cx="9960724" cy="2538834"/>
            </a:xfrm>
            <a:custGeom>
              <a:avLst/>
              <a:gdLst>
                <a:gd name="connsiteX0" fmla="*/ 2439696 w 9960724"/>
                <a:gd name="connsiteY0" fmla="*/ 1817 h 2538834"/>
                <a:gd name="connsiteX1" fmla="*/ 3962985 w 9960724"/>
                <a:gd name="connsiteY1" fmla="*/ 51462 h 2538834"/>
                <a:gd name="connsiteX2" fmla="*/ 8026961 w 9960724"/>
                <a:gd name="connsiteY2" fmla="*/ 340984 h 2538834"/>
                <a:gd name="connsiteX3" fmla="*/ 9744607 w 9960724"/>
                <a:gd name="connsiteY3" fmla="*/ 554981 h 2538834"/>
                <a:gd name="connsiteX4" fmla="*/ 9755835 w 9960724"/>
                <a:gd name="connsiteY4" fmla="*/ 1121442 h 2538834"/>
                <a:gd name="connsiteX5" fmla="*/ 8105545 w 9960724"/>
                <a:gd name="connsiteY5" fmla="*/ 1348023 h 2538834"/>
                <a:gd name="connsiteX6" fmla="*/ 5508092 w 9960724"/>
                <a:gd name="connsiteY6" fmla="*/ 1592924 h 2538834"/>
                <a:gd name="connsiteX7" fmla="*/ 5424929 w 9960724"/>
                <a:gd name="connsiteY7" fmla="*/ 1596967 h 2538834"/>
                <a:gd name="connsiteX8" fmla="*/ 5414845 w 9960724"/>
                <a:gd name="connsiteY8" fmla="*/ 1642626 h 2538834"/>
                <a:gd name="connsiteX9" fmla="*/ 4238599 w 9960724"/>
                <a:gd name="connsiteY9" fmla="*/ 2447280 h 2538834"/>
                <a:gd name="connsiteX10" fmla="*/ 2621990 w 9960724"/>
                <a:gd name="connsiteY10" fmla="*/ 2402374 h 2538834"/>
                <a:gd name="connsiteX11" fmla="*/ 1773824 w 9960724"/>
                <a:gd name="connsiteY11" fmla="*/ 1594420 h 2538834"/>
                <a:gd name="connsiteX12" fmla="*/ 1770213 w 9960724"/>
                <a:gd name="connsiteY12" fmla="*/ 1586862 h 2538834"/>
                <a:gd name="connsiteX13" fmla="*/ 1492661 w 9960724"/>
                <a:gd name="connsiteY13" fmla="*/ 1561174 h 2538834"/>
                <a:gd name="connsiteX14" fmla="*/ 449104 w 9960724"/>
                <a:gd name="connsiteY14" fmla="*/ 1385788 h 2538834"/>
                <a:gd name="connsiteX15" fmla="*/ 115119 w 9960724"/>
                <a:gd name="connsiteY15" fmla="*/ 1197306 h 2538834"/>
                <a:gd name="connsiteX16" fmla="*/ 87216 w 9960724"/>
                <a:gd name="connsiteY16" fmla="*/ 1159540 h 2538834"/>
                <a:gd name="connsiteX17" fmla="*/ 88550 w 9960724"/>
                <a:gd name="connsiteY17" fmla="*/ 1137942 h 2538834"/>
                <a:gd name="connsiteX18" fmla="*/ 217138 w 9960724"/>
                <a:gd name="connsiteY18" fmla="*/ 1152229 h 2538834"/>
                <a:gd name="connsiteX19" fmla="*/ 660050 w 9960724"/>
                <a:gd name="connsiteY19" fmla="*/ 1333204 h 2538834"/>
                <a:gd name="connsiteX20" fmla="*/ 236188 w 9960724"/>
                <a:gd name="connsiteY20" fmla="*/ 1147467 h 2538834"/>
                <a:gd name="connsiteX21" fmla="*/ 69500 w 9960724"/>
                <a:gd name="connsiteY21" fmla="*/ 1071267 h 2538834"/>
                <a:gd name="connsiteX22" fmla="*/ 18936 w 9960724"/>
                <a:gd name="connsiteY22" fmla="*/ 1022878 h 2538834"/>
                <a:gd name="connsiteX23" fmla="*/ 12726 w 9960724"/>
                <a:gd name="connsiteY23" fmla="*/ 1008961 h 2538834"/>
                <a:gd name="connsiteX24" fmla="*/ 49 w 9960724"/>
                <a:gd name="connsiteY24" fmla="*/ 955743 h 2538834"/>
                <a:gd name="connsiteX25" fmla="*/ 426651 w 9960724"/>
                <a:gd name="connsiteY25" fmla="*/ 329674 h 2538834"/>
                <a:gd name="connsiteX26" fmla="*/ 1313542 w 9960724"/>
                <a:gd name="connsiteY26" fmla="*/ 26286 h 2538834"/>
                <a:gd name="connsiteX27" fmla="*/ 2439696 w 9960724"/>
                <a:gd name="connsiteY27" fmla="*/ 1817 h 253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960724" h="2538834">
                  <a:moveTo>
                    <a:pt x="2439696" y="1817"/>
                  </a:moveTo>
                  <a:cubicBezTo>
                    <a:pt x="2888521" y="7351"/>
                    <a:pt x="3403534" y="25237"/>
                    <a:pt x="3962985" y="51462"/>
                  </a:cubicBezTo>
                  <a:cubicBezTo>
                    <a:pt x="5081890" y="103913"/>
                    <a:pt x="7063358" y="257064"/>
                    <a:pt x="8026961" y="340984"/>
                  </a:cubicBezTo>
                  <a:cubicBezTo>
                    <a:pt x="8990564" y="424904"/>
                    <a:pt x="9456463" y="424904"/>
                    <a:pt x="9744607" y="554981"/>
                  </a:cubicBezTo>
                  <a:cubicBezTo>
                    <a:pt x="10032751" y="685058"/>
                    <a:pt x="10029010" y="989269"/>
                    <a:pt x="9755835" y="1121442"/>
                  </a:cubicBezTo>
                  <a:cubicBezTo>
                    <a:pt x="9482659" y="1253615"/>
                    <a:pt x="8880171" y="1266201"/>
                    <a:pt x="8105545" y="1348023"/>
                  </a:cubicBezTo>
                  <a:cubicBezTo>
                    <a:pt x="7427748" y="1419617"/>
                    <a:pt x="6449118" y="1537794"/>
                    <a:pt x="5508092" y="1592924"/>
                  </a:cubicBezTo>
                  <a:lnTo>
                    <a:pt x="5424929" y="1596967"/>
                  </a:lnTo>
                  <a:lnTo>
                    <a:pt x="5414845" y="1642626"/>
                  </a:lnTo>
                  <a:cubicBezTo>
                    <a:pt x="5320374" y="1890431"/>
                    <a:pt x="4646261" y="2322853"/>
                    <a:pt x="4238599" y="2447280"/>
                  </a:cubicBezTo>
                  <a:cubicBezTo>
                    <a:pt x="3772701" y="2589481"/>
                    <a:pt x="3039239" y="2559544"/>
                    <a:pt x="2621990" y="2402374"/>
                  </a:cubicBezTo>
                  <a:cubicBezTo>
                    <a:pt x="2256897" y="2264850"/>
                    <a:pt x="1898967" y="1835088"/>
                    <a:pt x="1773824" y="1594420"/>
                  </a:cubicBezTo>
                  <a:lnTo>
                    <a:pt x="1770213" y="1586862"/>
                  </a:lnTo>
                  <a:lnTo>
                    <a:pt x="1492661" y="1561174"/>
                  </a:lnTo>
                  <a:cubicBezTo>
                    <a:pt x="897695" y="1505187"/>
                    <a:pt x="707780" y="1477875"/>
                    <a:pt x="449104" y="1385788"/>
                  </a:cubicBezTo>
                  <a:cubicBezTo>
                    <a:pt x="301290" y="1333167"/>
                    <a:pt x="189961" y="1269660"/>
                    <a:pt x="115119" y="1197306"/>
                  </a:cubicBezTo>
                  <a:lnTo>
                    <a:pt x="87216" y="1159540"/>
                  </a:lnTo>
                  <a:lnTo>
                    <a:pt x="88550" y="1137942"/>
                  </a:lnTo>
                  <a:cubicBezTo>
                    <a:pt x="106409" y="1127623"/>
                    <a:pt x="121888" y="1119685"/>
                    <a:pt x="217138" y="1152229"/>
                  </a:cubicBezTo>
                  <a:cubicBezTo>
                    <a:pt x="312388" y="1184773"/>
                    <a:pt x="656875" y="1333998"/>
                    <a:pt x="660050" y="1333204"/>
                  </a:cubicBezTo>
                  <a:cubicBezTo>
                    <a:pt x="663225" y="1332410"/>
                    <a:pt x="334613" y="1191123"/>
                    <a:pt x="236188" y="1147467"/>
                  </a:cubicBezTo>
                  <a:cubicBezTo>
                    <a:pt x="137763" y="1103811"/>
                    <a:pt x="107600" y="1096270"/>
                    <a:pt x="69500" y="1071267"/>
                  </a:cubicBezTo>
                  <a:cubicBezTo>
                    <a:pt x="40925" y="1052515"/>
                    <a:pt x="29764" y="1043584"/>
                    <a:pt x="18936" y="1022878"/>
                  </a:cubicBezTo>
                  <a:lnTo>
                    <a:pt x="12726" y="1008961"/>
                  </a:lnTo>
                  <a:lnTo>
                    <a:pt x="49" y="955743"/>
                  </a:lnTo>
                  <a:cubicBezTo>
                    <a:pt x="-3692" y="779725"/>
                    <a:pt x="207735" y="484584"/>
                    <a:pt x="426651" y="329674"/>
                  </a:cubicBezTo>
                  <a:cubicBezTo>
                    <a:pt x="645568" y="174765"/>
                    <a:pt x="724154" y="72655"/>
                    <a:pt x="1313542" y="26286"/>
                  </a:cubicBezTo>
                  <a:cubicBezTo>
                    <a:pt x="1608237" y="3102"/>
                    <a:pt x="1990872" y="-3717"/>
                    <a:pt x="2439696" y="1817"/>
                  </a:cubicBezTo>
                  <a:close/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44460981-64DD-4A8D-BD6E-6801C7CD5A7B}"/>
              </a:ext>
            </a:extLst>
          </p:cNvPr>
          <p:cNvSpPr/>
          <p:nvPr/>
        </p:nvSpPr>
        <p:spPr>
          <a:xfrm>
            <a:off x="232624" y="3042309"/>
            <a:ext cx="286651" cy="286651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</a:ln>
          <a:effectLst>
            <a:glow rad="63500">
              <a:schemeClr val="bg1">
                <a:alpha val="69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7A6229-F87E-4BF0-9E39-D5F36E9C16DC}"/>
              </a:ext>
            </a:extLst>
          </p:cNvPr>
          <p:cNvGrpSpPr>
            <a:grpSpLocks noChangeAspect="1"/>
          </p:cNvGrpSpPr>
          <p:nvPr/>
        </p:nvGrpSpPr>
        <p:grpSpPr>
          <a:xfrm>
            <a:off x="1888980" y="3568589"/>
            <a:ext cx="1600200" cy="525214"/>
            <a:chOff x="609600" y="1628270"/>
            <a:chExt cx="10972800" cy="3601460"/>
          </a:xfrm>
          <a:effectLst>
            <a:glow rad="63500">
              <a:schemeClr val="bg1">
                <a:alpha val="69000"/>
              </a:schemeClr>
            </a:glow>
          </a:effectLst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9A30BAF-6C22-45A6-B362-B98AE2A8E6E5}"/>
                </a:ext>
              </a:extLst>
            </p:cNvPr>
            <p:cNvSpPr/>
            <p:nvPr/>
          </p:nvSpPr>
          <p:spPr>
            <a:xfrm rot="60000">
              <a:off x="8090451" y="2709414"/>
              <a:ext cx="857802" cy="289124"/>
            </a:xfrm>
            <a:custGeom>
              <a:avLst/>
              <a:gdLst>
                <a:gd name="connsiteX0" fmla="*/ 5047 w 452731"/>
                <a:gd name="connsiteY0" fmla="*/ 92077 h 152594"/>
                <a:gd name="connsiteX1" fmla="*/ 309847 w 452731"/>
                <a:gd name="connsiteY1" fmla="*/ 2 h 152594"/>
                <a:gd name="connsiteX2" fmla="*/ 452722 w 452731"/>
                <a:gd name="connsiteY2" fmla="*/ 95252 h 152594"/>
                <a:gd name="connsiteX3" fmla="*/ 316197 w 452731"/>
                <a:gd name="connsiteY3" fmla="*/ 152402 h 152594"/>
                <a:gd name="connsiteX4" fmla="*/ 132047 w 452731"/>
                <a:gd name="connsiteY4" fmla="*/ 114302 h 152594"/>
                <a:gd name="connsiteX5" fmla="*/ 5047 w 452731"/>
                <a:gd name="connsiteY5" fmla="*/ 92077 h 15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2731" h="152594">
                  <a:moveTo>
                    <a:pt x="5047" y="92077"/>
                  </a:moveTo>
                  <a:cubicBezTo>
                    <a:pt x="34680" y="73027"/>
                    <a:pt x="235235" y="-527"/>
                    <a:pt x="309847" y="2"/>
                  </a:cubicBezTo>
                  <a:cubicBezTo>
                    <a:pt x="384459" y="531"/>
                    <a:pt x="451664" y="69852"/>
                    <a:pt x="452722" y="95252"/>
                  </a:cubicBezTo>
                  <a:cubicBezTo>
                    <a:pt x="453780" y="120652"/>
                    <a:pt x="369643" y="149227"/>
                    <a:pt x="316197" y="152402"/>
                  </a:cubicBezTo>
                  <a:cubicBezTo>
                    <a:pt x="262751" y="155577"/>
                    <a:pt x="180201" y="118535"/>
                    <a:pt x="132047" y="114302"/>
                  </a:cubicBezTo>
                  <a:cubicBezTo>
                    <a:pt x="83893" y="110069"/>
                    <a:pt x="-24586" y="111127"/>
                    <a:pt x="5047" y="92077"/>
                  </a:cubicBezTo>
                  <a:close/>
                </a:path>
              </a:pathLst>
            </a:custGeom>
            <a:gradFill flip="none" rotWithShape="1">
              <a:gsLst>
                <a:gs pos="85000">
                  <a:schemeClr val="tx1">
                    <a:lumMod val="75000"/>
                    <a:lumOff val="25000"/>
                  </a:schemeClr>
                </a:gs>
                <a:gs pos="70000">
                  <a:srgbClr val="CCC7BC"/>
                </a:gs>
              </a:gsLst>
              <a:lin ang="18600000" scaled="0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7BA2E89-5CA5-47D3-B6CE-E0524160B0AB}"/>
                </a:ext>
              </a:extLst>
            </p:cNvPr>
            <p:cNvSpPr/>
            <p:nvPr/>
          </p:nvSpPr>
          <p:spPr>
            <a:xfrm>
              <a:off x="9094906" y="2219529"/>
              <a:ext cx="2487494" cy="2314609"/>
            </a:xfrm>
            <a:custGeom>
              <a:avLst/>
              <a:gdLst>
                <a:gd name="connsiteX0" fmla="*/ 1200623 w 1312851"/>
                <a:gd name="connsiteY0" fmla="*/ 1388 h 1221605"/>
                <a:gd name="connsiteX1" fmla="*/ 1309290 w 1312851"/>
                <a:gd name="connsiteY1" fmla="*/ 29483 h 1221605"/>
                <a:gd name="connsiteX2" fmla="*/ 1170252 w 1312851"/>
                <a:gd name="connsiteY2" fmla="*/ 354131 h 1221605"/>
                <a:gd name="connsiteX3" fmla="*/ 1004806 w 1312851"/>
                <a:gd name="connsiteY3" fmla="*/ 554475 h 1221605"/>
                <a:gd name="connsiteX4" fmla="*/ 974911 w 1312851"/>
                <a:gd name="connsiteY4" fmla="*/ 607142 h 1221605"/>
                <a:gd name="connsiteX5" fmla="*/ 974910 w 1312851"/>
                <a:gd name="connsiteY5" fmla="*/ 607144 h 1221605"/>
                <a:gd name="connsiteX6" fmla="*/ 983856 w 1312851"/>
                <a:gd name="connsiteY6" fmla="*/ 628258 h 1221605"/>
                <a:gd name="connsiteX7" fmla="*/ 1002364 w 1312851"/>
                <a:gd name="connsiteY7" fmla="*/ 659443 h 1221605"/>
                <a:gd name="connsiteX8" fmla="*/ 1160719 w 1312851"/>
                <a:gd name="connsiteY8" fmla="*/ 865438 h 1221605"/>
                <a:gd name="connsiteX9" fmla="*/ 1288341 w 1312851"/>
                <a:gd name="connsiteY9" fmla="*/ 1194741 h 1221605"/>
                <a:gd name="connsiteX10" fmla="*/ 999792 w 1312851"/>
                <a:gd name="connsiteY10" fmla="*/ 1170651 h 1221605"/>
                <a:gd name="connsiteX11" fmla="*/ 572324 w 1312851"/>
                <a:gd name="connsiteY11" fmla="*/ 918677 h 1221605"/>
                <a:gd name="connsiteX12" fmla="*/ 82712 w 1312851"/>
                <a:gd name="connsiteY12" fmla="*/ 770410 h 1221605"/>
                <a:gd name="connsiteX13" fmla="*/ 598 w 1312851"/>
                <a:gd name="connsiteY13" fmla="*/ 605464 h 1221605"/>
                <a:gd name="connsiteX14" fmla="*/ 4485 w 1312851"/>
                <a:gd name="connsiteY14" fmla="*/ 588032 h 1221605"/>
                <a:gd name="connsiteX15" fmla="*/ 1766 w 1312851"/>
                <a:gd name="connsiteY15" fmla="*/ 573459 h 1221605"/>
                <a:gd name="connsiteX16" fmla="*/ 89587 w 1312851"/>
                <a:gd name="connsiteY16" fmla="*/ 411480 h 1221605"/>
                <a:gd name="connsiteX17" fmla="*/ 584075 w 1312851"/>
                <a:gd name="connsiteY17" fmla="*/ 280390 h 1221605"/>
                <a:gd name="connsiteX18" fmla="*/ 1020076 w 1312851"/>
                <a:gd name="connsiteY18" fmla="*/ 43488 h 1221605"/>
                <a:gd name="connsiteX19" fmla="*/ 1200623 w 1312851"/>
                <a:gd name="connsiteY19" fmla="*/ 1388 h 1221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12851" h="1221605">
                  <a:moveTo>
                    <a:pt x="1200623" y="1388"/>
                  </a:moveTo>
                  <a:cubicBezTo>
                    <a:pt x="1254689" y="-3357"/>
                    <a:pt x="1296775" y="3596"/>
                    <a:pt x="1309290" y="29483"/>
                  </a:cubicBezTo>
                  <a:cubicBezTo>
                    <a:pt x="1334319" y="81257"/>
                    <a:pt x="1220999" y="266632"/>
                    <a:pt x="1170252" y="354131"/>
                  </a:cubicBezTo>
                  <a:cubicBezTo>
                    <a:pt x="1119506" y="441630"/>
                    <a:pt x="1038987" y="506381"/>
                    <a:pt x="1004806" y="554475"/>
                  </a:cubicBezTo>
                  <a:cubicBezTo>
                    <a:pt x="987716" y="578521"/>
                    <a:pt x="979635" y="594257"/>
                    <a:pt x="974911" y="607142"/>
                  </a:cubicBezTo>
                  <a:lnTo>
                    <a:pt x="974910" y="607144"/>
                  </a:lnTo>
                  <a:lnTo>
                    <a:pt x="983856" y="628258"/>
                  </a:lnTo>
                  <a:cubicBezTo>
                    <a:pt x="988303" y="636969"/>
                    <a:pt x="994244" y="647128"/>
                    <a:pt x="1002364" y="659443"/>
                  </a:cubicBezTo>
                  <a:cubicBezTo>
                    <a:pt x="1034847" y="708700"/>
                    <a:pt x="1113056" y="776222"/>
                    <a:pt x="1160719" y="865438"/>
                  </a:cubicBezTo>
                  <a:cubicBezTo>
                    <a:pt x="1208381" y="954654"/>
                    <a:pt x="1315162" y="1143872"/>
                    <a:pt x="1288341" y="1194741"/>
                  </a:cubicBezTo>
                  <a:cubicBezTo>
                    <a:pt x="1261520" y="1245609"/>
                    <a:pt x="1119128" y="1216662"/>
                    <a:pt x="999792" y="1170651"/>
                  </a:cubicBezTo>
                  <a:cubicBezTo>
                    <a:pt x="880456" y="1124640"/>
                    <a:pt x="725171" y="985384"/>
                    <a:pt x="572324" y="918677"/>
                  </a:cubicBezTo>
                  <a:cubicBezTo>
                    <a:pt x="419478" y="851971"/>
                    <a:pt x="176412" y="829733"/>
                    <a:pt x="82712" y="770410"/>
                  </a:cubicBezTo>
                  <a:cubicBezTo>
                    <a:pt x="12438" y="725917"/>
                    <a:pt x="-3512" y="656175"/>
                    <a:pt x="598" y="605464"/>
                  </a:cubicBezTo>
                  <a:lnTo>
                    <a:pt x="4485" y="588032"/>
                  </a:lnTo>
                  <a:lnTo>
                    <a:pt x="1766" y="573459"/>
                  </a:lnTo>
                  <a:cubicBezTo>
                    <a:pt x="-572" y="522636"/>
                    <a:pt x="17802" y="453492"/>
                    <a:pt x="89587" y="411480"/>
                  </a:cubicBezTo>
                  <a:cubicBezTo>
                    <a:pt x="185300" y="355462"/>
                    <a:pt x="428994" y="341721"/>
                    <a:pt x="584075" y="280390"/>
                  </a:cubicBezTo>
                  <a:cubicBezTo>
                    <a:pt x="739156" y="219058"/>
                    <a:pt x="899207" y="85306"/>
                    <a:pt x="1020076" y="43488"/>
                  </a:cubicBezTo>
                  <a:cubicBezTo>
                    <a:pt x="1080511" y="22578"/>
                    <a:pt x="1146557" y="6135"/>
                    <a:pt x="1200623" y="1388"/>
                  </a:cubicBezTo>
                  <a:close/>
                </a:path>
              </a:pathLst>
            </a:custGeom>
            <a:gradFill flip="none" rotWithShape="1">
              <a:gsLst>
                <a:gs pos="50000">
                  <a:srgbClr val="CCC7BC"/>
                </a:gs>
                <a:gs pos="100000">
                  <a:schemeClr val="bg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4A13994-328B-49C9-AD2D-923CAA55CB17}"/>
                </a:ext>
              </a:extLst>
            </p:cNvPr>
            <p:cNvSpPr/>
            <p:nvPr/>
          </p:nvSpPr>
          <p:spPr>
            <a:xfrm>
              <a:off x="7284360" y="3676867"/>
              <a:ext cx="1727498" cy="867014"/>
            </a:xfrm>
            <a:custGeom>
              <a:avLst/>
              <a:gdLst>
                <a:gd name="connsiteX0" fmla="*/ 16287 w 836534"/>
                <a:gd name="connsiteY0" fmla="*/ 266809 h 457593"/>
                <a:gd name="connsiteX1" fmla="*/ 330612 w 836534"/>
                <a:gd name="connsiteY1" fmla="*/ 457309 h 457593"/>
                <a:gd name="connsiteX2" fmla="*/ 459200 w 836534"/>
                <a:gd name="connsiteY2" fmla="*/ 304909 h 457593"/>
                <a:gd name="connsiteX3" fmla="*/ 830675 w 836534"/>
                <a:gd name="connsiteY3" fmla="*/ 114409 h 457593"/>
                <a:gd name="connsiteX4" fmla="*/ 644937 w 836534"/>
                <a:gd name="connsiteY4" fmla="*/ 109 h 457593"/>
                <a:gd name="connsiteX5" fmla="*/ 106775 w 836534"/>
                <a:gd name="connsiteY5" fmla="*/ 133459 h 457593"/>
                <a:gd name="connsiteX6" fmla="*/ 16287 w 836534"/>
                <a:gd name="connsiteY6" fmla="*/ 266809 h 45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6534" h="457593">
                  <a:moveTo>
                    <a:pt x="16287" y="266809"/>
                  </a:moveTo>
                  <a:cubicBezTo>
                    <a:pt x="53593" y="320784"/>
                    <a:pt x="256793" y="450959"/>
                    <a:pt x="330612" y="457309"/>
                  </a:cubicBezTo>
                  <a:cubicBezTo>
                    <a:pt x="404431" y="463659"/>
                    <a:pt x="375856" y="362059"/>
                    <a:pt x="459200" y="304909"/>
                  </a:cubicBezTo>
                  <a:cubicBezTo>
                    <a:pt x="542544" y="247759"/>
                    <a:pt x="799719" y="165209"/>
                    <a:pt x="830675" y="114409"/>
                  </a:cubicBezTo>
                  <a:cubicBezTo>
                    <a:pt x="861631" y="63609"/>
                    <a:pt x="765587" y="-3066"/>
                    <a:pt x="644937" y="109"/>
                  </a:cubicBezTo>
                  <a:cubicBezTo>
                    <a:pt x="524287" y="3284"/>
                    <a:pt x="209169" y="90597"/>
                    <a:pt x="106775" y="133459"/>
                  </a:cubicBezTo>
                  <a:cubicBezTo>
                    <a:pt x="4381" y="176321"/>
                    <a:pt x="-21019" y="212834"/>
                    <a:pt x="16287" y="2668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9E0A73D-BA21-476B-94E2-712E2639DCE4}"/>
                </a:ext>
              </a:extLst>
            </p:cNvPr>
            <p:cNvSpPr/>
            <p:nvPr/>
          </p:nvSpPr>
          <p:spPr>
            <a:xfrm>
              <a:off x="4746080" y="1628270"/>
              <a:ext cx="1768318" cy="1095497"/>
            </a:xfrm>
            <a:custGeom>
              <a:avLst/>
              <a:gdLst>
                <a:gd name="connsiteX0" fmla="*/ 11924 w 933284"/>
                <a:gd name="connsiteY0" fmla="*/ 466955 h 578182"/>
                <a:gd name="connsiteX1" fmla="*/ 545324 w 933284"/>
                <a:gd name="connsiteY1" fmla="*/ 230 h 578182"/>
                <a:gd name="connsiteX2" fmla="*/ 929499 w 933284"/>
                <a:gd name="connsiteY2" fmla="*/ 406630 h 578182"/>
                <a:gd name="connsiteX3" fmla="*/ 710424 w 933284"/>
                <a:gd name="connsiteY3" fmla="*/ 565380 h 578182"/>
                <a:gd name="connsiteX4" fmla="*/ 215124 w 933284"/>
                <a:gd name="connsiteY4" fmla="*/ 555855 h 578182"/>
                <a:gd name="connsiteX5" fmla="*/ 11924 w 933284"/>
                <a:gd name="connsiteY5" fmla="*/ 466955 h 578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3284" h="578182">
                  <a:moveTo>
                    <a:pt x="11924" y="466955"/>
                  </a:moveTo>
                  <a:cubicBezTo>
                    <a:pt x="66957" y="374351"/>
                    <a:pt x="392395" y="10284"/>
                    <a:pt x="545324" y="230"/>
                  </a:cubicBezTo>
                  <a:cubicBezTo>
                    <a:pt x="698253" y="-9824"/>
                    <a:pt x="901982" y="312438"/>
                    <a:pt x="929499" y="406630"/>
                  </a:cubicBezTo>
                  <a:cubicBezTo>
                    <a:pt x="957016" y="500822"/>
                    <a:pt x="829487" y="540509"/>
                    <a:pt x="710424" y="565380"/>
                  </a:cubicBezTo>
                  <a:cubicBezTo>
                    <a:pt x="591362" y="590251"/>
                    <a:pt x="326249" y="574376"/>
                    <a:pt x="215124" y="555855"/>
                  </a:cubicBezTo>
                  <a:cubicBezTo>
                    <a:pt x="103999" y="537334"/>
                    <a:pt x="-43109" y="559559"/>
                    <a:pt x="11924" y="466955"/>
                  </a:cubicBezTo>
                  <a:close/>
                </a:path>
              </a:pathLst>
            </a:custGeom>
            <a:gradFill flip="none" rotWithShape="1">
              <a:gsLst>
                <a:gs pos="62000">
                  <a:srgbClr val="CCC7BC"/>
                </a:gs>
                <a:gs pos="100000">
                  <a:schemeClr val="bg1">
                    <a:lumMod val="50000"/>
                  </a:schemeClr>
                </a:gs>
              </a:gsLst>
              <a:lin ang="18000000" scaled="0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E4ADE73-10E4-485C-8620-B60673237166}"/>
                </a:ext>
              </a:extLst>
            </p:cNvPr>
            <p:cNvSpPr/>
            <p:nvPr/>
          </p:nvSpPr>
          <p:spPr>
            <a:xfrm>
              <a:off x="609604" y="2450301"/>
              <a:ext cx="9403633" cy="2135875"/>
            </a:xfrm>
            <a:custGeom>
              <a:avLst/>
              <a:gdLst>
                <a:gd name="connsiteX0" fmla="*/ 2229494 w 4963055"/>
                <a:gd name="connsiteY0" fmla="*/ 542 h 1126637"/>
                <a:gd name="connsiteX1" fmla="*/ 3538408 w 4963055"/>
                <a:gd name="connsiteY1" fmla="*/ 147233 h 1126637"/>
                <a:gd name="connsiteX2" fmla="*/ 4495062 w 4963055"/>
                <a:gd name="connsiteY2" fmla="*/ 281425 h 1126637"/>
                <a:gd name="connsiteX3" fmla="*/ 4895106 w 4963055"/>
                <a:gd name="connsiteY3" fmla="*/ 285232 h 1126637"/>
                <a:gd name="connsiteX4" fmla="*/ 4961510 w 4963055"/>
                <a:gd name="connsiteY4" fmla="*/ 483271 h 1126637"/>
                <a:gd name="connsiteX5" fmla="*/ 4907947 w 4963055"/>
                <a:gd name="connsiteY5" fmla="*/ 641111 h 1126637"/>
                <a:gd name="connsiteX6" fmla="*/ 4577244 w 4963055"/>
                <a:gd name="connsiteY6" fmla="*/ 667093 h 1126637"/>
                <a:gd name="connsiteX7" fmla="*/ 3977886 w 4963055"/>
                <a:gd name="connsiteY7" fmla="*/ 802703 h 1126637"/>
                <a:gd name="connsiteX8" fmla="*/ 3409275 w 4963055"/>
                <a:gd name="connsiteY8" fmla="*/ 996009 h 1126637"/>
                <a:gd name="connsiteX9" fmla="*/ 2105063 w 4963055"/>
                <a:gd name="connsiteY9" fmla="*/ 1125667 h 1126637"/>
                <a:gd name="connsiteX10" fmla="*/ 1122182 w 4963055"/>
                <a:gd name="connsiteY10" fmla="*/ 1038651 h 1126637"/>
                <a:gd name="connsiteX11" fmla="*/ 104643 w 4963055"/>
                <a:gd name="connsiteY11" fmla="*/ 754149 h 1126637"/>
                <a:gd name="connsiteX12" fmla="*/ 14918 w 4963055"/>
                <a:gd name="connsiteY12" fmla="*/ 684207 h 1126637"/>
                <a:gd name="connsiteX13" fmla="*/ 2 w 4963055"/>
                <a:gd name="connsiteY13" fmla="*/ 654674 h 1126637"/>
                <a:gd name="connsiteX14" fmla="*/ 21845 w 4963055"/>
                <a:gd name="connsiteY14" fmla="*/ 631239 h 1126637"/>
                <a:gd name="connsiteX15" fmla="*/ 85589 w 4963055"/>
                <a:gd name="connsiteY15" fmla="*/ 663313 h 1126637"/>
                <a:gd name="connsiteX16" fmla="*/ 279575 w 4963055"/>
                <a:gd name="connsiteY16" fmla="*/ 738147 h 1126637"/>
                <a:gd name="connsiteX17" fmla="*/ 131324 w 4963055"/>
                <a:gd name="connsiteY17" fmla="*/ 635532 h 1126637"/>
                <a:gd name="connsiteX18" fmla="*/ 21085 w 4963055"/>
                <a:gd name="connsiteY18" fmla="*/ 538344 h 1126637"/>
                <a:gd name="connsiteX19" fmla="*/ 10344 w 4963055"/>
                <a:gd name="connsiteY19" fmla="*/ 471471 h 1126637"/>
                <a:gd name="connsiteX20" fmla="*/ 10465 w 4963055"/>
                <a:gd name="connsiteY20" fmla="*/ 470371 h 1126637"/>
                <a:gd name="connsiteX21" fmla="*/ 40455 w 4963055"/>
                <a:gd name="connsiteY21" fmla="*/ 429129 h 1126637"/>
                <a:gd name="connsiteX22" fmla="*/ 731914 w 4963055"/>
                <a:gd name="connsiteY22" fmla="*/ 110948 h 1126637"/>
                <a:gd name="connsiteX23" fmla="*/ 2229494 w 4963055"/>
                <a:gd name="connsiteY23" fmla="*/ 542 h 1126637"/>
                <a:gd name="connsiteX0" fmla="*/ 2229494 w 4963055"/>
                <a:gd name="connsiteY0" fmla="*/ 1178 h 1127273"/>
                <a:gd name="connsiteX1" fmla="*/ 3538408 w 4963055"/>
                <a:gd name="connsiteY1" fmla="*/ 147869 h 1127273"/>
                <a:gd name="connsiteX2" fmla="*/ 4495062 w 4963055"/>
                <a:gd name="connsiteY2" fmla="*/ 282061 h 1127273"/>
                <a:gd name="connsiteX3" fmla="*/ 4895106 w 4963055"/>
                <a:gd name="connsiteY3" fmla="*/ 285868 h 1127273"/>
                <a:gd name="connsiteX4" fmla="*/ 4961510 w 4963055"/>
                <a:gd name="connsiteY4" fmla="*/ 483907 h 1127273"/>
                <a:gd name="connsiteX5" fmla="*/ 4907947 w 4963055"/>
                <a:gd name="connsiteY5" fmla="*/ 641747 h 1127273"/>
                <a:gd name="connsiteX6" fmla="*/ 4577244 w 4963055"/>
                <a:gd name="connsiteY6" fmla="*/ 667729 h 1127273"/>
                <a:gd name="connsiteX7" fmla="*/ 3977886 w 4963055"/>
                <a:gd name="connsiteY7" fmla="*/ 803339 h 1127273"/>
                <a:gd name="connsiteX8" fmla="*/ 3409275 w 4963055"/>
                <a:gd name="connsiteY8" fmla="*/ 996645 h 1127273"/>
                <a:gd name="connsiteX9" fmla="*/ 2105063 w 4963055"/>
                <a:gd name="connsiteY9" fmla="*/ 1126303 h 1127273"/>
                <a:gd name="connsiteX10" fmla="*/ 1122182 w 4963055"/>
                <a:gd name="connsiteY10" fmla="*/ 1039287 h 1127273"/>
                <a:gd name="connsiteX11" fmla="*/ 104643 w 4963055"/>
                <a:gd name="connsiteY11" fmla="*/ 754785 h 1127273"/>
                <a:gd name="connsiteX12" fmla="*/ 14918 w 4963055"/>
                <a:gd name="connsiteY12" fmla="*/ 684843 h 1127273"/>
                <a:gd name="connsiteX13" fmla="*/ 2 w 4963055"/>
                <a:gd name="connsiteY13" fmla="*/ 655310 h 1127273"/>
                <a:gd name="connsiteX14" fmla="*/ 21845 w 4963055"/>
                <a:gd name="connsiteY14" fmla="*/ 631875 h 1127273"/>
                <a:gd name="connsiteX15" fmla="*/ 85589 w 4963055"/>
                <a:gd name="connsiteY15" fmla="*/ 663949 h 1127273"/>
                <a:gd name="connsiteX16" fmla="*/ 279575 w 4963055"/>
                <a:gd name="connsiteY16" fmla="*/ 738783 h 1127273"/>
                <a:gd name="connsiteX17" fmla="*/ 131324 w 4963055"/>
                <a:gd name="connsiteY17" fmla="*/ 636168 h 1127273"/>
                <a:gd name="connsiteX18" fmla="*/ 21085 w 4963055"/>
                <a:gd name="connsiteY18" fmla="*/ 538980 h 1127273"/>
                <a:gd name="connsiteX19" fmla="*/ 10344 w 4963055"/>
                <a:gd name="connsiteY19" fmla="*/ 472107 h 1127273"/>
                <a:gd name="connsiteX20" fmla="*/ 10465 w 4963055"/>
                <a:gd name="connsiteY20" fmla="*/ 471007 h 1127273"/>
                <a:gd name="connsiteX21" fmla="*/ 40455 w 4963055"/>
                <a:gd name="connsiteY21" fmla="*/ 429765 h 1127273"/>
                <a:gd name="connsiteX22" fmla="*/ 871614 w 4963055"/>
                <a:gd name="connsiteY22" fmla="*/ 98884 h 1127273"/>
                <a:gd name="connsiteX23" fmla="*/ 2229494 w 4963055"/>
                <a:gd name="connsiteY23" fmla="*/ 1178 h 1127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63055" h="1127273">
                  <a:moveTo>
                    <a:pt x="2229494" y="1178"/>
                  </a:moveTo>
                  <a:cubicBezTo>
                    <a:pt x="2673960" y="9342"/>
                    <a:pt x="3156088" y="98856"/>
                    <a:pt x="3538408" y="147869"/>
                  </a:cubicBezTo>
                  <a:lnTo>
                    <a:pt x="4495062" y="282061"/>
                  </a:lnTo>
                  <a:cubicBezTo>
                    <a:pt x="4721178" y="305061"/>
                    <a:pt x="4817365" y="252227"/>
                    <a:pt x="4895106" y="285868"/>
                  </a:cubicBezTo>
                  <a:cubicBezTo>
                    <a:pt x="4972848" y="319509"/>
                    <a:pt x="4959370" y="424594"/>
                    <a:pt x="4961510" y="483907"/>
                  </a:cubicBezTo>
                  <a:cubicBezTo>
                    <a:pt x="4963650" y="543221"/>
                    <a:pt x="4971992" y="611110"/>
                    <a:pt x="4907947" y="641747"/>
                  </a:cubicBezTo>
                  <a:cubicBezTo>
                    <a:pt x="4843903" y="672384"/>
                    <a:pt x="4732253" y="640797"/>
                    <a:pt x="4577244" y="667729"/>
                  </a:cubicBezTo>
                  <a:cubicBezTo>
                    <a:pt x="4422234" y="694661"/>
                    <a:pt x="4172547" y="748520"/>
                    <a:pt x="3977886" y="803339"/>
                  </a:cubicBezTo>
                  <a:cubicBezTo>
                    <a:pt x="3783224" y="858159"/>
                    <a:pt x="3721412" y="942818"/>
                    <a:pt x="3409275" y="996645"/>
                  </a:cubicBezTo>
                  <a:cubicBezTo>
                    <a:pt x="3097138" y="1050473"/>
                    <a:pt x="2486246" y="1119197"/>
                    <a:pt x="2105063" y="1126303"/>
                  </a:cubicBezTo>
                  <a:cubicBezTo>
                    <a:pt x="1723881" y="1133410"/>
                    <a:pt x="1455586" y="1101207"/>
                    <a:pt x="1122182" y="1039287"/>
                  </a:cubicBezTo>
                  <a:cubicBezTo>
                    <a:pt x="788779" y="977366"/>
                    <a:pt x="284930" y="856372"/>
                    <a:pt x="104643" y="754785"/>
                  </a:cubicBezTo>
                  <a:lnTo>
                    <a:pt x="14918" y="684843"/>
                  </a:lnTo>
                  <a:lnTo>
                    <a:pt x="2" y="655310"/>
                  </a:lnTo>
                  <a:cubicBezTo>
                    <a:pt x="-166" y="642208"/>
                    <a:pt x="7581" y="630435"/>
                    <a:pt x="21845" y="631875"/>
                  </a:cubicBezTo>
                  <a:cubicBezTo>
                    <a:pt x="36109" y="633315"/>
                    <a:pt x="42635" y="646131"/>
                    <a:pt x="85589" y="663949"/>
                  </a:cubicBezTo>
                  <a:cubicBezTo>
                    <a:pt x="128544" y="681768"/>
                    <a:pt x="271952" y="743414"/>
                    <a:pt x="279575" y="738783"/>
                  </a:cubicBezTo>
                  <a:cubicBezTo>
                    <a:pt x="287197" y="734154"/>
                    <a:pt x="174405" y="669469"/>
                    <a:pt x="131324" y="636168"/>
                  </a:cubicBezTo>
                  <a:cubicBezTo>
                    <a:pt x="88243" y="602867"/>
                    <a:pt x="41249" y="566324"/>
                    <a:pt x="21085" y="538980"/>
                  </a:cubicBezTo>
                  <a:cubicBezTo>
                    <a:pt x="922" y="511635"/>
                    <a:pt x="1898" y="523958"/>
                    <a:pt x="10344" y="472107"/>
                  </a:cubicBezTo>
                  <a:cubicBezTo>
                    <a:pt x="10384" y="471740"/>
                    <a:pt x="10425" y="471374"/>
                    <a:pt x="10465" y="471007"/>
                  </a:cubicBezTo>
                  <a:lnTo>
                    <a:pt x="40455" y="429765"/>
                  </a:lnTo>
                  <a:cubicBezTo>
                    <a:pt x="145000" y="322565"/>
                    <a:pt x="506774" y="170314"/>
                    <a:pt x="871614" y="98884"/>
                  </a:cubicBezTo>
                  <a:cubicBezTo>
                    <a:pt x="1236453" y="27453"/>
                    <a:pt x="1785028" y="-6986"/>
                    <a:pt x="2229494" y="1178"/>
                  </a:cubicBezTo>
                  <a:close/>
                </a:path>
              </a:pathLst>
            </a:custGeom>
            <a:gradFill>
              <a:gsLst>
                <a:gs pos="34000">
                  <a:schemeClr val="bg1">
                    <a:lumMod val="85000"/>
                  </a:schemeClr>
                </a:gs>
                <a:gs pos="14000">
                  <a:schemeClr val="bg1">
                    <a:lumMod val="95000"/>
                  </a:schemeClr>
                </a:gs>
                <a:gs pos="50000">
                  <a:srgbClr val="9E9B8B"/>
                </a:gs>
                <a:gs pos="70000">
                  <a:srgbClr val="998F79"/>
                </a:gs>
                <a:gs pos="86000">
                  <a:srgbClr val="7A6B63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A700E25-1269-4C39-A5CB-8965588256AF}"/>
                </a:ext>
              </a:extLst>
            </p:cNvPr>
            <p:cNvSpPr/>
            <p:nvPr/>
          </p:nvSpPr>
          <p:spPr>
            <a:xfrm>
              <a:off x="4837912" y="2780349"/>
              <a:ext cx="509869" cy="1187920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2DF2464-551A-48B2-A44F-7DDAF8D70590}"/>
                </a:ext>
              </a:extLst>
            </p:cNvPr>
            <p:cNvSpPr/>
            <p:nvPr/>
          </p:nvSpPr>
          <p:spPr>
            <a:xfrm>
              <a:off x="4059300" y="2871650"/>
              <a:ext cx="542585" cy="1095497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7956802-F246-4CF0-BBD4-3A56C7960D0C}"/>
                </a:ext>
              </a:extLst>
            </p:cNvPr>
            <p:cNvSpPr/>
            <p:nvPr/>
          </p:nvSpPr>
          <p:spPr>
            <a:xfrm>
              <a:off x="3390636" y="2768505"/>
              <a:ext cx="420165" cy="1095243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90351C3-9FD3-4945-8CA0-C14B84DE88E7}"/>
                </a:ext>
              </a:extLst>
            </p:cNvPr>
            <p:cNvSpPr/>
            <p:nvPr/>
          </p:nvSpPr>
          <p:spPr>
            <a:xfrm>
              <a:off x="6227216" y="2768503"/>
              <a:ext cx="498090" cy="1187920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DE4B3CC-DBD3-42F2-A6E7-3627388EBC63}"/>
                </a:ext>
              </a:extLst>
            </p:cNvPr>
            <p:cNvSpPr/>
            <p:nvPr/>
          </p:nvSpPr>
          <p:spPr>
            <a:xfrm>
              <a:off x="5603721" y="2782871"/>
              <a:ext cx="425402" cy="1187920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D48142F-72FB-45E7-BD0E-B87AFCE820C0}"/>
                </a:ext>
              </a:extLst>
            </p:cNvPr>
            <p:cNvSpPr/>
            <p:nvPr/>
          </p:nvSpPr>
          <p:spPr>
            <a:xfrm>
              <a:off x="6899930" y="2831293"/>
              <a:ext cx="538904" cy="1062337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54FFEEC-78A1-4B9C-AC76-35CD782B4DBC}"/>
                </a:ext>
              </a:extLst>
            </p:cNvPr>
            <p:cNvSpPr/>
            <p:nvPr/>
          </p:nvSpPr>
          <p:spPr>
            <a:xfrm>
              <a:off x="7588917" y="2969731"/>
              <a:ext cx="547182" cy="752280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FE5A9CD-2CA4-4036-A127-928FCDAC99C5}"/>
                </a:ext>
              </a:extLst>
            </p:cNvPr>
            <p:cNvSpPr/>
            <p:nvPr/>
          </p:nvSpPr>
          <p:spPr>
            <a:xfrm>
              <a:off x="8333408" y="3004435"/>
              <a:ext cx="666423" cy="685001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A432E36-892D-4C21-8A18-033DDFEC1A8A}"/>
                </a:ext>
              </a:extLst>
            </p:cNvPr>
            <p:cNvSpPr/>
            <p:nvPr/>
          </p:nvSpPr>
          <p:spPr>
            <a:xfrm>
              <a:off x="9197140" y="3059187"/>
              <a:ext cx="610615" cy="576738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2F367D3-7168-454B-93C1-FFE251E7C2F8}"/>
                </a:ext>
              </a:extLst>
            </p:cNvPr>
            <p:cNvSpPr/>
            <p:nvPr/>
          </p:nvSpPr>
          <p:spPr>
            <a:xfrm>
              <a:off x="3042151" y="3132645"/>
              <a:ext cx="6876011" cy="261694"/>
            </a:xfrm>
            <a:custGeom>
              <a:avLst/>
              <a:gdLst>
                <a:gd name="connsiteX0" fmla="*/ 0 w 3629025"/>
                <a:gd name="connsiteY0" fmla="*/ 0 h 138117"/>
                <a:gd name="connsiteX1" fmla="*/ 320675 w 3629025"/>
                <a:gd name="connsiteY1" fmla="*/ 117475 h 138117"/>
                <a:gd name="connsiteX2" fmla="*/ 1428750 w 3629025"/>
                <a:gd name="connsiteY2" fmla="*/ 136525 h 138117"/>
                <a:gd name="connsiteX3" fmla="*/ 3629025 w 3629025"/>
                <a:gd name="connsiteY3" fmla="*/ 98425 h 13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29025" h="138117">
                  <a:moveTo>
                    <a:pt x="0" y="0"/>
                  </a:moveTo>
                  <a:cubicBezTo>
                    <a:pt x="41275" y="47360"/>
                    <a:pt x="82550" y="94721"/>
                    <a:pt x="320675" y="117475"/>
                  </a:cubicBezTo>
                  <a:cubicBezTo>
                    <a:pt x="558800" y="140229"/>
                    <a:pt x="877358" y="139700"/>
                    <a:pt x="1428750" y="136525"/>
                  </a:cubicBezTo>
                  <a:cubicBezTo>
                    <a:pt x="1980142" y="133350"/>
                    <a:pt x="2804583" y="115887"/>
                    <a:pt x="3629025" y="98425"/>
                  </a:cubicBezTo>
                </a:path>
              </a:pathLst>
            </a:custGeom>
            <a:noFill/>
            <a:ln>
              <a:solidFill>
                <a:srgbClr val="A29F91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8471FAF-369B-45D0-A5B2-26D85A0EFDBB}"/>
                </a:ext>
              </a:extLst>
            </p:cNvPr>
            <p:cNvSpPr/>
            <p:nvPr/>
          </p:nvSpPr>
          <p:spPr>
            <a:xfrm>
              <a:off x="3139331" y="2581842"/>
              <a:ext cx="222375" cy="309218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B14ABBE-1F9B-4125-AD29-60915FF7695E}"/>
                </a:ext>
              </a:extLst>
            </p:cNvPr>
            <p:cNvSpPr/>
            <p:nvPr/>
          </p:nvSpPr>
          <p:spPr>
            <a:xfrm>
              <a:off x="3865627" y="2547256"/>
              <a:ext cx="207164" cy="374743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81C846D-9F03-4839-87F0-4326DC9779FB}"/>
                </a:ext>
              </a:extLst>
            </p:cNvPr>
            <p:cNvSpPr/>
            <p:nvPr/>
          </p:nvSpPr>
          <p:spPr>
            <a:xfrm>
              <a:off x="4587672" y="2534065"/>
              <a:ext cx="244541" cy="374743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1F72050-62A1-444C-8937-A5DAB0CE227E}"/>
                </a:ext>
              </a:extLst>
            </p:cNvPr>
            <p:cNvSpPr/>
            <p:nvPr/>
          </p:nvSpPr>
          <p:spPr>
            <a:xfrm>
              <a:off x="5384395" y="2556194"/>
              <a:ext cx="207927" cy="330488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16EC492-673D-4E92-B0D3-16E17547811A}"/>
                </a:ext>
              </a:extLst>
            </p:cNvPr>
            <p:cNvSpPr/>
            <p:nvPr/>
          </p:nvSpPr>
          <p:spPr>
            <a:xfrm>
              <a:off x="6040521" y="2624987"/>
              <a:ext cx="181765" cy="225131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6063D95-9A04-42D8-A9B7-BC2BB1350E8B}"/>
                </a:ext>
              </a:extLst>
            </p:cNvPr>
            <p:cNvSpPr/>
            <p:nvPr/>
          </p:nvSpPr>
          <p:spPr>
            <a:xfrm>
              <a:off x="6717075" y="2701949"/>
              <a:ext cx="181765" cy="225131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F15111D-5773-46A7-9FEA-A21B48F73FB2}"/>
                </a:ext>
              </a:extLst>
            </p:cNvPr>
            <p:cNvSpPr/>
            <p:nvPr/>
          </p:nvSpPr>
          <p:spPr>
            <a:xfrm>
              <a:off x="7438834" y="2822293"/>
              <a:ext cx="174624" cy="225131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9236F26-B607-4B0B-A900-94BCD00856B9}"/>
                </a:ext>
              </a:extLst>
            </p:cNvPr>
            <p:cNvSpPr/>
            <p:nvPr/>
          </p:nvSpPr>
          <p:spPr>
            <a:xfrm>
              <a:off x="8172830" y="2921999"/>
              <a:ext cx="148548" cy="210646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8D2A05F-266C-4DD4-ABC7-281686A03004}"/>
                </a:ext>
              </a:extLst>
            </p:cNvPr>
            <p:cNvSpPr/>
            <p:nvPr/>
          </p:nvSpPr>
          <p:spPr>
            <a:xfrm>
              <a:off x="9033758" y="3004435"/>
              <a:ext cx="182792" cy="220489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E5E3808-92C6-4D8B-830C-AC07EC8EE0A7}"/>
                </a:ext>
              </a:extLst>
            </p:cNvPr>
            <p:cNvSpPr/>
            <p:nvPr/>
          </p:nvSpPr>
          <p:spPr>
            <a:xfrm>
              <a:off x="2776313" y="2780349"/>
              <a:ext cx="342911" cy="896517"/>
            </a:xfrm>
            <a:prstGeom prst="ellipse">
              <a:avLst/>
            </a:prstGeom>
            <a:solidFill>
              <a:srgbClr val="73687E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B318156-2833-4059-9404-CEB6097E3B23}"/>
                </a:ext>
              </a:extLst>
            </p:cNvPr>
            <p:cNvSpPr/>
            <p:nvPr/>
          </p:nvSpPr>
          <p:spPr>
            <a:xfrm>
              <a:off x="609604" y="2618729"/>
              <a:ext cx="2565382" cy="1658051"/>
            </a:xfrm>
            <a:custGeom>
              <a:avLst/>
              <a:gdLst>
                <a:gd name="connsiteX0" fmla="*/ 936776 w 1353959"/>
                <a:gd name="connsiteY0" fmla="*/ 0 h 875087"/>
                <a:gd name="connsiteX1" fmla="*/ 966275 w 1353959"/>
                <a:gd name="connsiteY1" fmla="*/ 16475 h 875087"/>
                <a:gd name="connsiteX2" fmla="*/ 1004449 w 1353959"/>
                <a:gd name="connsiteY2" fmla="*/ 39459 h 875087"/>
                <a:gd name="connsiteX3" fmla="*/ 1123512 w 1353959"/>
                <a:gd name="connsiteY3" fmla="*/ 125184 h 875087"/>
                <a:gd name="connsiteX4" fmla="*/ 1271149 w 1353959"/>
                <a:gd name="connsiteY4" fmla="*/ 339497 h 875087"/>
                <a:gd name="connsiteX5" fmla="*/ 1352112 w 1353959"/>
                <a:gd name="connsiteY5" fmla="*/ 572859 h 875087"/>
                <a:gd name="connsiteX6" fmla="*/ 1194949 w 1353959"/>
                <a:gd name="connsiteY6" fmla="*/ 801459 h 875087"/>
                <a:gd name="connsiteX7" fmla="*/ 861574 w 1353959"/>
                <a:gd name="connsiteY7" fmla="*/ 868134 h 875087"/>
                <a:gd name="connsiteX8" fmla="*/ 769803 w 1353959"/>
                <a:gd name="connsiteY8" fmla="*/ 875087 h 875087"/>
                <a:gd name="connsiteX9" fmla="*/ 555994 w 1353959"/>
                <a:gd name="connsiteY9" fmla="*/ 823018 h 875087"/>
                <a:gd name="connsiteX10" fmla="*/ 104643 w 1353959"/>
                <a:gd name="connsiteY10" fmla="*/ 665892 h 875087"/>
                <a:gd name="connsiteX11" fmla="*/ 14918 w 1353959"/>
                <a:gd name="connsiteY11" fmla="*/ 595950 h 875087"/>
                <a:gd name="connsiteX12" fmla="*/ 2 w 1353959"/>
                <a:gd name="connsiteY12" fmla="*/ 566417 h 875087"/>
                <a:gd name="connsiteX13" fmla="*/ 21845 w 1353959"/>
                <a:gd name="connsiteY13" fmla="*/ 542982 h 875087"/>
                <a:gd name="connsiteX14" fmla="*/ 85589 w 1353959"/>
                <a:gd name="connsiteY14" fmla="*/ 575056 h 875087"/>
                <a:gd name="connsiteX15" fmla="*/ 279575 w 1353959"/>
                <a:gd name="connsiteY15" fmla="*/ 649890 h 875087"/>
                <a:gd name="connsiteX16" fmla="*/ 131324 w 1353959"/>
                <a:gd name="connsiteY16" fmla="*/ 547275 h 875087"/>
                <a:gd name="connsiteX17" fmla="*/ 21085 w 1353959"/>
                <a:gd name="connsiteY17" fmla="*/ 450087 h 875087"/>
                <a:gd name="connsiteX18" fmla="*/ 10344 w 1353959"/>
                <a:gd name="connsiteY18" fmla="*/ 383214 h 875087"/>
                <a:gd name="connsiteX19" fmla="*/ 10465 w 1353959"/>
                <a:gd name="connsiteY19" fmla="*/ 382114 h 875087"/>
                <a:gd name="connsiteX20" fmla="*/ 40455 w 1353959"/>
                <a:gd name="connsiteY20" fmla="*/ 340872 h 875087"/>
                <a:gd name="connsiteX21" fmla="*/ 871614 w 1353959"/>
                <a:gd name="connsiteY21" fmla="*/ 9991 h 8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3959" h="875087">
                  <a:moveTo>
                    <a:pt x="936776" y="0"/>
                  </a:moveTo>
                  <a:lnTo>
                    <a:pt x="966275" y="16475"/>
                  </a:lnTo>
                  <a:cubicBezTo>
                    <a:pt x="984457" y="26846"/>
                    <a:pt x="998694" y="35292"/>
                    <a:pt x="1004449" y="39459"/>
                  </a:cubicBezTo>
                  <a:cubicBezTo>
                    <a:pt x="1005441" y="39459"/>
                    <a:pt x="1098112" y="89465"/>
                    <a:pt x="1123512" y="125184"/>
                  </a:cubicBezTo>
                  <a:cubicBezTo>
                    <a:pt x="1178280" y="195034"/>
                    <a:pt x="1233049" y="264884"/>
                    <a:pt x="1271149" y="339497"/>
                  </a:cubicBezTo>
                  <a:cubicBezTo>
                    <a:pt x="1309249" y="414109"/>
                    <a:pt x="1364812" y="495865"/>
                    <a:pt x="1352112" y="572859"/>
                  </a:cubicBezTo>
                  <a:cubicBezTo>
                    <a:pt x="1339412" y="649853"/>
                    <a:pt x="1276705" y="752247"/>
                    <a:pt x="1194949" y="801459"/>
                  </a:cubicBezTo>
                  <a:cubicBezTo>
                    <a:pt x="1113193" y="850671"/>
                    <a:pt x="987383" y="859402"/>
                    <a:pt x="861574" y="868134"/>
                  </a:cubicBezTo>
                  <a:lnTo>
                    <a:pt x="769803" y="875087"/>
                  </a:lnTo>
                  <a:lnTo>
                    <a:pt x="555994" y="823018"/>
                  </a:lnTo>
                  <a:cubicBezTo>
                    <a:pt x="365821" y="772331"/>
                    <a:pt x="194787" y="716686"/>
                    <a:pt x="104643" y="665892"/>
                  </a:cubicBezTo>
                  <a:lnTo>
                    <a:pt x="14918" y="595950"/>
                  </a:lnTo>
                  <a:lnTo>
                    <a:pt x="2" y="566417"/>
                  </a:lnTo>
                  <a:cubicBezTo>
                    <a:pt x="-166" y="553315"/>
                    <a:pt x="7581" y="541542"/>
                    <a:pt x="21845" y="542982"/>
                  </a:cubicBezTo>
                  <a:cubicBezTo>
                    <a:pt x="36109" y="544422"/>
                    <a:pt x="42635" y="557238"/>
                    <a:pt x="85589" y="575056"/>
                  </a:cubicBezTo>
                  <a:cubicBezTo>
                    <a:pt x="128544" y="592875"/>
                    <a:pt x="271952" y="654521"/>
                    <a:pt x="279575" y="649890"/>
                  </a:cubicBezTo>
                  <a:cubicBezTo>
                    <a:pt x="287197" y="645261"/>
                    <a:pt x="174405" y="580576"/>
                    <a:pt x="131324" y="547275"/>
                  </a:cubicBezTo>
                  <a:cubicBezTo>
                    <a:pt x="88243" y="513974"/>
                    <a:pt x="41249" y="477431"/>
                    <a:pt x="21085" y="450087"/>
                  </a:cubicBezTo>
                  <a:cubicBezTo>
                    <a:pt x="922" y="422742"/>
                    <a:pt x="1898" y="435065"/>
                    <a:pt x="10344" y="383214"/>
                  </a:cubicBezTo>
                  <a:cubicBezTo>
                    <a:pt x="10384" y="382847"/>
                    <a:pt x="10425" y="382481"/>
                    <a:pt x="10465" y="382114"/>
                  </a:cubicBezTo>
                  <a:lnTo>
                    <a:pt x="40455" y="340872"/>
                  </a:lnTo>
                  <a:cubicBezTo>
                    <a:pt x="145000" y="233672"/>
                    <a:pt x="506774" y="81421"/>
                    <a:pt x="871614" y="9991"/>
                  </a:cubicBezTo>
                  <a:close/>
                </a:path>
              </a:pathLst>
            </a:custGeom>
            <a:gradFill>
              <a:gsLst>
                <a:gs pos="40000">
                  <a:schemeClr val="bg1">
                    <a:lumMod val="85000"/>
                  </a:schemeClr>
                </a:gs>
                <a:gs pos="9000">
                  <a:schemeClr val="bg1">
                    <a:lumMod val="95000"/>
                  </a:schemeClr>
                </a:gs>
                <a:gs pos="53000">
                  <a:srgbClr val="9E9B8B"/>
                </a:gs>
                <a:gs pos="60000">
                  <a:srgbClr val="998F79"/>
                </a:gs>
                <a:gs pos="75000">
                  <a:srgbClr val="7A6B63"/>
                </a:gs>
              </a:gsLst>
              <a:lin ang="153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AD3438C-BC4D-4BF8-99E1-E25C97B1D0B4}"/>
                </a:ext>
              </a:extLst>
            </p:cNvPr>
            <p:cNvSpPr/>
            <p:nvPr/>
          </p:nvSpPr>
          <p:spPr>
            <a:xfrm>
              <a:off x="4077414" y="2515942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8A2B6D5-6054-4B5D-9D13-353BC3EB51E4}"/>
                </a:ext>
              </a:extLst>
            </p:cNvPr>
            <p:cNvSpPr/>
            <p:nvPr/>
          </p:nvSpPr>
          <p:spPr>
            <a:xfrm>
              <a:off x="3628484" y="2612554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27CD730-E861-494E-9BD4-877EF23321C7}"/>
                </a:ext>
              </a:extLst>
            </p:cNvPr>
            <p:cNvSpPr/>
            <p:nvPr/>
          </p:nvSpPr>
          <p:spPr>
            <a:xfrm>
              <a:off x="3868363" y="2967694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7F477F2-DC61-49F1-8DC9-16F0FEBEC4DC}"/>
                </a:ext>
              </a:extLst>
            </p:cNvPr>
            <p:cNvSpPr/>
            <p:nvPr/>
          </p:nvSpPr>
          <p:spPr>
            <a:xfrm>
              <a:off x="2933062" y="2604726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76A426A-78E8-485D-B0BB-0770744C4AE3}"/>
                </a:ext>
              </a:extLst>
            </p:cNvPr>
            <p:cNvSpPr/>
            <p:nvPr/>
          </p:nvSpPr>
          <p:spPr>
            <a:xfrm>
              <a:off x="4439249" y="2920025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833D734-1DF8-4342-8024-0A69B95F1B94}"/>
                </a:ext>
              </a:extLst>
            </p:cNvPr>
            <p:cNvSpPr/>
            <p:nvPr/>
          </p:nvSpPr>
          <p:spPr>
            <a:xfrm>
              <a:off x="4918738" y="2671208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4F3A34F-FA85-4557-9E90-2FECC026596A}"/>
                </a:ext>
              </a:extLst>
            </p:cNvPr>
            <p:cNvSpPr/>
            <p:nvPr/>
          </p:nvSpPr>
          <p:spPr>
            <a:xfrm>
              <a:off x="6820137" y="3019212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EE0672C-932D-4266-B6FB-675187898764}"/>
                </a:ext>
              </a:extLst>
            </p:cNvPr>
            <p:cNvSpPr/>
            <p:nvPr/>
          </p:nvSpPr>
          <p:spPr>
            <a:xfrm>
              <a:off x="5207910" y="2984762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D3EE3D6-D405-41C8-8B04-E69C8E9FD987}"/>
                </a:ext>
              </a:extLst>
            </p:cNvPr>
            <p:cNvSpPr/>
            <p:nvPr/>
          </p:nvSpPr>
          <p:spPr>
            <a:xfrm>
              <a:off x="5939526" y="2652432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0C44875-55EE-4C68-8F89-97414AA83C58}"/>
                </a:ext>
              </a:extLst>
            </p:cNvPr>
            <p:cNvSpPr/>
            <p:nvPr/>
          </p:nvSpPr>
          <p:spPr>
            <a:xfrm>
              <a:off x="6972618" y="2776370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FDD15EC-086C-49AC-A1C9-96CEF3478AD1}"/>
                </a:ext>
              </a:extLst>
            </p:cNvPr>
            <p:cNvSpPr/>
            <p:nvPr/>
          </p:nvSpPr>
          <p:spPr>
            <a:xfrm>
              <a:off x="6329475" y="2897181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FCE8C3C-D783-48CB-A27B-4BF27E2506E4}"/>
                </a:ext>
              </a:extLst>
            </p:cNvPr>
            <p:cNvSpPr/>
            <p:nvPr/>
          </p:nvSpPr>
          <p:spPr>
            <a:xfrm>
              <a:off x="6069455" y="2995070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B832439-B2EF-4D02-A817-935E656FAE0A}"/>
                </a:ext>
              </a:extLst>
            </p:cNvPr>
            <p:cNvSpPr/>
            <p:nvPr/>
          </p:nvSpPr>
          <p:spPr>
            <a:xfrm>
              <a:off x="5590946" y="2848695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699E5B7-A721-419F-A2F0-DA85EBF5D994}"/>
                </a:ext>
              </a:extLst>
            </p:cNvPr>
            <p:cNvSpPr/>
            <p:nvPr/>
          </p:nvSpPr>
          <p:spPr>
            <a:xfrm>
              <a:off x="5258333" y="2760345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DD87C4D-8569-40A8-9548-5F535C9BA2F5}"/>
                </a:ext>
              </a:extLst>
            </p:cNvPr>
            <p:cNvSpPr/>
            <p:nvPr/>
          </p:nvSpPr>
          <p:spPr>
            <a:xfrm>
              <a:off x="7183515" y="2819179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631F748-B8F8-453D-9CD3-1DA7C1199DAC}"/>
                </a:ext>
              </a:extLst>
            </p:cNvPr>
            <p:cNvSpPr/>
            <p:nvPr/>
          </p:nvSpPr>
          <p:spPr>
            <a:xfrm>
              <a:off x="9623586" y="3000747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0AE0E40-905A-4587-BAD9-0D025CA4909A}"/>
                </a:ext>
              </a:extLst>
            </p:cNvPr>
            <p:cNvSpPr/>
            <p:nvPr/>
          </p:nvSpPr>
          <p:spPr>
            <a:xfrm>
              <a:off x="7498162" y="3023347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25CD0BF-2357-4663-8C3B-7DE6A0B23F61}"/>
                </a:ext>
              </a:extLst>
            </p:cNvPr>
            <p:cNvSpPr/>
            <p:nvPr/>
          </p:nvSpPr>
          <p:spPr>
            <a:xfrm>
              <a:off x="9281247" y="3124078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E4C27F6-1392-4B54-AA90-3F4E5DD56283}"/>
                </a:ext>
              </a:extLst>
            </p:cNvPr>
            <p:cNvSpPr/>
            <p:nvPr/>
          </p:nvSpPr>
          <p:spPr>
            <a:xfrm>
              <a:off x="7968782" y="2886351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E9045C6-117C-4A08-AB20-5171AB6DF8B3}"/>
                </a:ext>
              </a:extLst>
            </p:cNvPr>
            <p:cNvSpPr/>
            <p:nvPr/>
          </p:nvSpPr>
          <p:spPr>
            <a:xfrm>
              <a:off x="8839005" y="3033312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61F63F87-1829-4B59-ACB3-ECD27A0BC08B}"/>
                </a:ext>
              </a:extLst>
            </p:cNvPr>
            <p:cNvSpPr/>
            <p:nvPr/>
          </p:nvSpPr>
          <p:spPr>
            <a:xfrm>
              <a:off x="4437602" y="2562131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A1B97481-DAC5-4F0A-86DA-3C8649D5D963}"/>
                </a:ext>
              </a:extLst>
            </p:cNvPr>
            <p:cNvSpPr/>
            <p:nvPr/>
          </p:nvSpPr>
          <p:spPr>
            <a:xfrm>
              <a:off x="6561280" y="2725947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5501C06-C559-4AB8-B1A8-53198DFCF378}"/>
                </a:ext>
              </a:extLst>
            </p:cNvPr>
            <p:cNvSpPr/>
            <p:nvPr/>
          </p:nvSpPr>
          <p:spPr>
            <a:xfrm>
              <a:off x="7160114" y="3170954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CE385C2D-E92B-4233-96F7-C7F67D882F7E}"/>
                </a:ext>
              </a:extLst>
            </p:cNvPr>
            <p:cNvSpPr/>
            <p:nvPr/>
          </p:nvSpPr>
          <p:spPr>
            <a:xfrm>
              <a:off x="7857323" y="3130169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3C72697-6FB9-448B-8FC9-81C84E294ED0}"/>
                </a:ext>
              </a:extLst>
            </p:cNvPr>
            <p:cNvSpPr/>
            <p:nvPr/>
          </p:nvSpPr>
          <p:spPr>
            <a:xfrm>
              <a:off x="8491423" y="2919352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61C67CC8-8BA2-4AEA-B04E-327DCA59C518}"/>
                </a:ext>
              </a:extLst>
            </p:cNvPr>
            <p:cNvSpPr/>
            <p:nvPr/>
          </p:nvSpPr>
          <p:spPr>
            <a:xfrm>
              <a:off x="8445230" y="3126758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3BDFC486-2F98-4987-AC6F-5D1D22FBDC2D}"/>
                </a:ext>
              </a:extLst>
            </p:cNvPr>
            <p:cNvSpPr/>
            <p:nvPr/>
          </p:nvSpPr>
          <p:spPr>
            <a:xfrm>
              <a:off x="4211715" y="3048663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3976D563-5E4B-4789-8BCD-4BD238FAB308}"/>
                </a:ext>
              </a:extLst>
            </p:cNvPr>
            <p:cNvSpPr/>
            <p:nvPr/>
          </p:nvSpPr>
          <p:spPr>
            <a:xfrm>
              <a:off x="4683703" y="2582931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D548DD42-1D6C-4C93-8FE1-9F1F07031AC2}"/>
                </a:ext>
              </a:extLst>
            </p:cNvPr>
            <p:cNvSpPr/>
            <p:nvPr/>
          </p:nvSpPr>
          <p:spPr>
            <a:xfrm>
              <a:off x="3808817" y="2734492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446B344-1CA1-4A87-A909-7C09B058C684}"/>
                </a:ext>
              </a:extLst>
            </p:cNvPr>
            <p:cNvSpPr/>
            <p:nvPr/>
          </p:nvSpPr>
          <p:spPr>
            <a:xfrm>
              <a:off x="7583029" y="2807116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23AE5BC7-0F5B-4D17-A94D-2EF46C2467E0}"/>
                </a:ext>
              </a:extLst>
            </p:cNvPr>
            <p:cNvSpPr/>
            <p:nvPr/>
          </p:nvSpPr>
          <p:spPr>
            <a:xfrm>
              <a:off x="9535991" y="3156345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68032FFC-5643-4863-809F-FB8E8DADA53E}"/>
                </a:ext>
              </a:extLst>
            </p:cNvPr>
            <p:cNvSpPr/>
            <p:nvPr/>
          </p:nvSpPr>
          <p:spPr>
            <a:xfrm>
              <a:off x="9818409" y="3079746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32C39E3-D2A6-4EC3-A96F-6FEC32D709E3}"/>
                </a:ext>
              </a:extLst>
            </p:cNvPr>
            <p:cNvSpPr/>
            <p:nvPr/>
          </p:nvSpPr>
          <p:spPr>
            <a:xfrm>
              <a:off x="2891889" y="2903589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07CC932B-93D9-4F01-9DCE-01E8C3E9561B}"/>
                </a:ext>
              </a:extLst>
            </p:cNvPr>
            <p:cNvSpPr/>
            <p:nvPr/>
          </p:nvSpPr>
          <p:spPr>
            <a:xfrm>
              <a:off x="3380503" y="2864937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E06083B-D484-440C-93AB-ADC0DC24A878}"/>
                </a:ext>
              </a:extLst>
            </p:cNvPr>
            <p:cNvSpPr/>
            <p:nvPr/>
          </p:nvSpPr>
          <p:spPr>
            <a:xfrm>
              <a:off x="2645372" y="2648989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92D86BDB-38A1-4C47-9D2B-5983DB4C7B07}"/>
                </a:ext>
              </a:extLst>
            </p:cNvPr>
            <p:cNvSpPr/>
            <p:nvPr/>
          </p:nvSpPr>
          <p:spPr>
            <a:xfrm>
              <a:off x="3393829" y="2556952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15918AC-F205-433E-8E79-8C655E148467}"/>
                </a:ext>
              </a:extLst>
            </p:cNvPr>
            <p:cNvSpPr/>
            <p:nvPr/>
          </p:nvSpPr>
          <p:spPr>
            <a:xfrm>
              <a:off x="4911435" y="2517973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ABEEA5C7-9004-486E-918C-95FB5DB11089}"/>
                </a:ext>
              </a:extLst>
            </p:cNvPr>
            <p:cNvSpPr/>
            <p:nvPr/>
          </p:nvSpPr>
          <p:spPr>
            <a:xfrm>
              <a:off x="2758144" y="2754007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A8E0686-4737-49F5-AF68-85CFA7178EFF}"/>
                </a:ext>
              </a:extLst>
            </p:cNvPr>
            <p:cNvSpPr/>
            <p:nvPr/>
          </p:nvSpPr>
          <p:spPr>
            <a:xfrm>
              <a:off x="3117470" y="2830937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86FDC7F-F7D2-4AFC-87DA-28C53FBC3C97}"/>
                </a:ext>
              </a:extLst>
            </p:cNvPr>
            <p:cNvSpPr/>
            <p:nvPr/>
          </p:nvSpPr>
          <p:spPr>
            <a:xfrm>
              <a:off x="3218733" y="2941563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6E60605-791B-4EF8-9FDB-24A399E95BF0}"/>
                </a:ext>
              </a:extLst>
            </p:cNvPr>
            <p:cNvSpPr/>
            <p:nvPr/>
          </p:nvSpPr>
          <p:spPr>
            <a:xfrm>
              <a:off x="3615119" y="2990125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125B283D-1380-408D-9476-90C3502625FF}"/>
                </a:ext>
              </a:extLst>
            </p:cNvPr>
            <p:cNvSpPr/>
            <p:nvPr/>
          </p:nvSpPr>
          <p:spPr>
            <a:xfrm>
              <a:off x="4147182" y="2683146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17D3E415-993B-4949-8B6C-C782B46CA7A8}"/>
                </a:ext>
              </a:extLst>
            </p:cNvPr>
            <p:cNvSpPr/>
            <p:nvPr/>
          </p:nvSpPr>
          <p:spPr>
            <a:xfrm>
              <a:off x="3793721" y="2543807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05868464-3A4D-4507-BFAB-32498C993FB6}"/>
                </a:ext>
              </a:extLst>
            </p:cNvPr>
            <p:cNvSpPr/>
            <p:nvPr/>
          </p:nvSpPr>
          <p:spPr>
            <a:xfrm>
              <a:off x="5062961" y="2910813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3A18205C-E9EC-4AC6-8B99-B1896F8800C7}"/>
                </a:ext>
              </a:extLst>
            </p:cNvPr>
            <p:cNvSpPr/>
            <p:nvPr/>
          </p:nvSpPr>
          <p:spPr>
            <a:xfrm>
              <a:off x="4282080" y="2803245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F99A0254-A956-482A-A7E7-34E5AFB31127}"/>
                </a:ext>
              </a:extLst>
            </p:cNvPr>
            <p:cNvSpPr/>
            <p:nvPr/>
          </p:nvSpPr>
          <p:spPr>
            <a:xfrm>
              <a:off x="4880229" y="3073406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C8CFE930-DA40-477D-9EC8-82B5B294E660}"/>
                </a:ext>
              </a:extLst>
            </p:cNvPr>
            <p:cNvSpPr/>
            <p:nvPr/>
          </p:nvSpPr>
          <p:spPr>
            <a:xfrm>
              <a:off x="4626400" y="2962318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7339D5E-E12E-48EC-9319-0EE3843153DC}"/>
                </a:ext>
              </a:extLst>
            </p:cNvPr>
            <p:cNvSpPr/>
            <p:nvPr/>
          </p:nvSpPr>
          <p:spPr>
            <a:xfrm>
              <a:off x="4315716" y="2523986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3899D817-FE22-4EFA-8A8D-F8739F253599}"/>
                </a:ext>
              </a:extLst>
            </p:cNvPr>
            <p:cNvSpPr/>
            <p:nvPr/>
          </p:nvSpPr>
          <p:spPr>
            <a:xfrm>
              <a:off x="5136155" y="2624987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BEB66A44-7F4F-462B-9294-63BDCEA03670}"/>
                </a:ext>
              </a:extLst>
            </p:cNvPr>
            <p:cNvSpPr/>
            <p:nvPr/>
          </p:nvSpPr>
          <p:spPr>
            <a:xfrm>
              <a:off x="5733942" y="2562934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CF5F3CE5-BA8E-4AFD-B61A-C6D6EF9660D3}"/>
                </a:ext>
              </a:extLst>
            </p:cNvPr>
            <p:cNvSpPr/>
            <p:nvPr/>
          </p:nvSpPr>
          <p:spPr>
            <a:xfrm>
              <a:off x="5458191" y="2968396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FDC6DFE8-0DB5-4E8B-89A6-02DF80A03431}"/>
                </a:ext>
              </a:extLst>
            </p:cNvPr>
            <p:cNvSpPr/>
            <p:nvPr/>
          </p:nvSpPr>
          <p:spPr>
            <a:xfrm>
              <a:off x="5849807" y="2965620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5CD976CB-DE81-4DE6-8060-CA18AD0AB4C4}"/>
                </a:ext>
              </a:extLst>
            </p:cNvPr>
            <p:cNvSpPr/>
            <p:nvPr/>
          </p:nvSpPr>
          <p:spPr>
            <a:xfrm>
              <a:off x="5720686" y="2752615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C9B140A8-BE80-4BC5-8D8E-9481EA425D7B}"/>
                </a:ext>
              </a:extLst>
            </p:cNvPr>
            <p:cNvSpPr/>
            <p:nvPr/>
          </p:nvSpPr>
          <p:spPr>
            <a:xfrm>
              <a:off x="6073786" y="2860397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E14436B6-6478-4FD9-9E74-7D205CAB5746}"/>
                </a:ext>
              </a:extLst>
            </p:cNvPr>
            <p:cNvSpPr/>
            <p:nvPr/>
          </p:nvSpPr>
          <p:spPr>
            <a:xfrm>
              <a:off x="6190635" y="2674901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B34C1EC1-5395-419F-B71B-A15CE90AA351}"/>
                </a:ext>
              </a:extLst>
            </p:cNvPr>
            <p:cNvSpPr/>
            <p:nvPr/>
          </p:nvSpPr>
          <p:spPr>
            <a:xfrm>
              <a:off x="5215333" y="2525529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1C40C08D-5841-4285-B15B-70B28F190E46}"/>
                </a:ext>
              </a:extLst>
            </p:cNvPr>
            <p:cNvSpPr/>
            <p:nvPr/>
          </p:nvSpPr>
          <p:spPr>
            <a:xfrm>
              <a:off x="5521544" y="2636371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C4F9BE5B-BD25-4F3C-9A9A-687CB89AD7AE}"/>
                </a:ext>
              </a:extLst>
            </p:cNvPr>
            <p:cNvSpPr/>
            <p:nvPr/>
          </p:nvSpPr>
          <p:spPr>
            <a:xfrm>
              <a:off x="3546229" y="2709352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B98DA036-8C42-4704-B23C-79DE8605C671}"/>
                </a:ext>
              </a:extLst>
            </p:cNvPr>
            <p:cNvSpPr/>
            <p:nvPr/>
          </p:nvSpPr>
          <p:spPr>
            <a:xfrm>
              <a:off x="4060514" y="2887097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8FC9893-6A72-480C-8698-861EFFC9F636}"/>
                </a:ext>
              </a:extLst>
            </p:cNvPr>
            <p:cNvSpPr/>
            <p:nvPr/>
          </p:nvSpPr>
          <p:spPr>
            <a:xfrm>
              <a:off x="3441468" y="2672854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AD306E2C-611C-42EF-B52B-7F4A48CCDA0E}"/>
                </a:ext>
              </a:extLst>
            </p:cNvPr>
            <p:cNvSpPr/>
            <p:nvPr/>
          </p:nvSpPr>
          <p:spPr>
            <a:xfrm>
              <a:off x="3657743" y="2515318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926C55D6-FAC2-42FE-AB34-F78974C4A41E}"/>
                </a:ext>
              </a:extLst>
            </p:cNvPr>
            <p:cNvSpPr/>
            <p:nvPr/>
          </p:nvSpPr>
          <p:spPr>
            <a:xfrm>
              <a:off x="4442835" y="2722361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082376A0-1FE2-4C89-908E-B4C0E4CD90B7}"/>
                </a:ext>
              </a:extLst>
            </p:cNvPr>
            <p:cNvSpPr/>
            <p:nvPr/>
          </p:nvSpPr>
          <p:spPr>
            <a:xfrm>
              <a:off x="2797774" y="2579033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EBFB79CD-A5E1-4E46-A739-9822264B4DFD}"/>
                </a:ext>
              </a:extLst>
            </p:cNvPr>
            <p:cNvSpPr/>
            <p:nvPr/>
          </p:nvSpPr>
          <p:spPr>
            <a:xfrm>
              <a:off x="3212881" y="2614394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302FD985-1B2B-48FA-8913-A59684D627C8}"/>
                </a:ext>
              </a:extLst>
            </p:cNvPr>
            <p:cNvSpPr/>
            <p:nvPr/>
          </p:nvSpPr>
          <p:spPr>
            <a:xfrm>
              <a:off x="4837967" y="2840622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8D8C0CBD-66FE-48EA-9C82-BF1EDFE497E6}"/>
                </a:ext>
              </a:extLst>
            </p:cNvPr>
            <p:cNvSpPr/>
            <p:nvPr/>
          </p:nvSpPr>
          <p:spPr>
            <a:xfrm>
              <a:off x="2863344" y="2799542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9DE31799-0EED-48EB-886B-8064294D7D80}"/>
                </a:ext>
              </a:extLst>
            </p:cNvPr>
            <p:cNvSpPr/>
            <p:nvPr/>
          </p:nvSpPr>
          <p:spPr>
            <a:xfrm>
              <a:off x="2675642" y="2832895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813AF1E7-5B6C-40B1-AEE4-00FE0F7F4B0A}"/>
                </a:ext>
              </a:extLst>
            </p:cNvPr>
            <p:cNvSpPr/>
            <p:nvPr/>
          </p:nvSpPr>
          <p:spPr>
            <a:xfrm>
              <a:off x="3079956" y="2550309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7B063551-6D5D-4BB8-8710-F8C412B8868A}"/>
                </a:ext>
              </a:extLst>
            </p:cNvPr>
            <p:cNvSpPr/>
            <p:nvPr/>
          </p:nvSpPr>
          <p:spPr>
            <a:xfrm>
              <a:off x="6226186" y="3012797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DE81E4DE-E2BF-4B38-B019-61BE9F0BCD7B}"/>
                </a:ext>
              </a:extLst>
            </p:cNvPr>
            <p:cNvSpPr/>
            <p:nvPr/>
          </p:nvSpPr>
          <p:spPr>
            <a:xfrm>
              <a:off x="6519463" y="3068336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D4C2526F-8855-4368-8785-3D5EDA4C4EF2}"/>
                </a:ext>
              </a:extLst>
            </p:cNvPr>
            <p:cNvSpPr/>
            <p:nvPr/>
          </p:nvSpPr>
          <p:spPr>
            <a:xfrm>
              <a:off x="7153261" y="2721119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A101CAA2-E7EB-47BC-92A2-BD4E8FCCFC21}"/>
                </a:ext>
              </a:extLst>
            </p:cNvPr>
            <p:cNvSpPr/>
            <p:nvPr/>
          </p:nvSpPr>
          <p:spPr>
            <a:xfrm>
              <a:off x="7321444" y="3033312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AF928387-BAA1-442F-9946-B5EA49DD0077}"/>
                </a:ext>
              </a:extLst>
            </p:cNvPr>
            <p:cNvSpPr/>
            <p:nvPr/>
          </p:nvSpPr>
          <p:spPr>
            <a:xfrm>
              <a:off x="7099467" y="2988448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FB90831B-4C82-4535-B36A-09FEE5421698}"/>
                </a:ext>
              </a:extLst>
            </p:cNvPr>
            <p:cNvSpPr/>
            <p:nvPr/>
          </p:nvSpPr>
          <p:spPr>
            <a:xfrm>
              <a:off x="7704761" y="2982073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4C6E4EF5-9CA3-4286-A833-29FC8CE6AA4F}"/>
                </a:ext>
              </a:extLst>
            </p:cNvPr>
            <p:cNvSpPr/>
            <p:nvPr/>
          </p:nvSpPr>
          <p:spPr>
            <a:xfrm>
              <a:off x="7414596" y="2819179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A54B501-3209-4FDE-8C62-07E82A5F32BC}"/>
                </a:ext>
              </a:extLst>
            </p:cNvPr>
            <p:cNvSpPr/>
            <p:nvPr/>
          </p:nvSpPr>
          <p:spPr>
            <a:xfrm>
              <a:off x="7850105" y="2943909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ED3DF862-C155-4275-A382-7E1286A352FD}"/>
                </a:ext>
              </a:extLst>
            </p:cNvPr>
            <p:cNvSpPr/>
            <p:nvPr/>
          </p:nvSpPr>
          <p:spPr>
            <a:xfrm>
              <a:off x="8143993" y="3049133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ABDF06A4-199F-4743-AD59-42F82D785B59}"/>
                </a:ext>
              </a:extLst>
            </p:cNvPr>
            <p:cNvSpPr/>
            <p:nvPr/>
          </p:nvSpPr>
          <p:spPr>
            <a:xfrm>
              <a:off x="8277610" y="3181958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A84CD829-2627-4235-9A04-B383A98889F0}"/>
                </a:ext>
              </a:extLst>
            </p:cNvPr>
            <p:cNvSpPr/>
            <p:nvPr/>
          </p:nvSpPr>
          <p:spPr>
            <a:xfrm>
              <a:off x="6369664" y="2702011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DC52031-9AE1-4267-B280-7535A91F70A8}"/>
                </a:ext>
              </a:extLst>
            </p:cNvPr>
            <p:cNvSpPr/>
            <p:nvPr/>
          </p:nvSpPr>
          <p:spPr>
            <a:xfrm>
              <a:off x="6482808" y="2680037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087A9D1C-1E65-444B-A2BB-21FD06AEB7FC}"/>
                </a:ext>
              </a:extLst>
            </p:cNvPr>
            <p:cNvSpPr/>
            <p:nvPr/>
          </p:nvSpPr>
          <p:spPr>
            <a:xfrm>
              <a:off x="8366282" y="2938536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6B92F17A-780D-4D32-8476-51E0D9A09D01}"/>
                </a:ext>
              </a:extLst>
            </p:cNvPr>
            <p:cNvSpPr/>
            <p:nvPr/>
          </p:nvSpPr>
          <p:spPr>
            <a:xfrm>
              <a:off x="8679827" y="3087264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3DF2819B-DF44-44E2-BFA3-93343DF0C180}"/>
                </a:ext>
              </a:extLst>
            </p:cNvPr>
            <p:cNvSpPr/>
            <p:nvPr/>
          </p:nvSpPr>
          <p:spPr>
            <a:xfrm>
              <a:off x="8771478" y="3198454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86B899E-1035-4147-8852-9B221EFC9F9E}"/>
                </a:ext>
              </a:extLst>
            </p:cNvPr>
            <p:cNvSpPr/>
            <p:nvPr/>
          </p:nvSpPr>
          <p:spPr>
            <a:xfrm>
              <a:off x="7831845" y="2837714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9F80ACBD-1A5C-43F1-B483-1DB9045E236A}"/>
                </a:ext>
              </a:extLst>
            </p:cNvPr>
            <p:cNvSpPr/>
            <p:nvPr/>
          </p:nvSpPr>
          <p:spPr>
            <a:xfrm>
              <a:off x="8953892" y="3163716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BB18CA53-A365-4E5F-9FB6-F794A7BCEDF3}"/>
                </a:ext>
              </a:extLst>
            </p:cNvPr>
            <p:cNvSpPr/>
            <p:nvPr/>
          </p:nvSpPr>
          <p:spPr>
            <a:xfrm>
              <a:off x="8991662" y="3014933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66D5E677-7525-4C3C-BC3D-9849726DFB89}"/>
                </a:ext>
              </a:extLst>
            </p:cNvPr>
            <p:cNvSpPr/>
            <p:nvPr/>
          </p:nvSpPr>
          <p:spPr>
            <a:xfrm>
              <a:off x="9142949" y="3078020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6F30CBCF-7312-4B65-8A12-4EAC65A0A53C}"/>
                </a:ext>
              </a:extLst>
            </p:cNvPr>
            <p:cNvSpPr/>
            <p:nvPr/>
          </p:nvSpPr>
          <p:spPr>
            <a:xfrm>
              <a:off x="9433673" y="3150338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498AAA44-4C91-4600-B798-1847FF8ACE77}"/>
                </a:ext>
              </a:extLst>
            </p:cNvPr>
            <p:cNvSpPr/>
            <p:nvPr/>
          </p:nvSpPr>
          <p:spPr>
            <a:xfrm>
              <a:off x="9757898" y="3147771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54F129BE-2A53-46A6-BF38-1E6F8DDCFC2D}"/>
                </a:ext>
              </a:extLst>
            </p:cNvPr>
            <p:cNvSpPr/>
            <p:nvPr/>
          </p:nvSpPr>
          <p:spPr>
            <a:xfrm>
              <a:off x="9387086" y="3010312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4A6284CA-12EA-4F66-B360-34A9881E0D60}"/>
                </a:ext>
              </a:extLst>
            </p:cNvPr>
            <p:cNvSpPr/>
            <p:nvPr/>
          </p:nvSpPr>
          <p:spPr>
            <a:xfrm>
              <a:off x="8090269" y="2875167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C0DA5FD-46DB-463C-9B7B-7C7D8FCD2BFA}"/>
                </a:ext>
              </a:extLst>
            </p:cNvPr>
            <p:cNvSpPr/>
            <p:nvPr/>
          </p:nvSpPr>
          <p:spPr>
            <a:xfrm>
              <a:off x="861439" y="3501112"/>
              <a:ext cx="913626" cy="631674"/>
            </a:xfrm>
            <a:custGeom>
              <a:avLst/>
              <a:gdLst>
                <a:gd name="connsiteX0" fmla="*/ 154781 w 482194"/>
                <a:gd name="connsiteY0" fmla="*/ 188119 h 333385"/>
                <a:gd name="connsiteX1" fmla="*/ 471487 w 482194"/>
                <a:gd name="connsiteY1" fmla="*/ 333375 h 333385"/>
                <a:gd name="connsiteX2" fmla="*/ 381000 w 482194"/>
                <a:gd name="connsiteY2" fmla="*/ 195262 h 333385"/>
                <a:gd name="connsiteX3" fmla="*/ 119062 w 482194"/>
                <a:gd name="connsiteY3" fmla="*/ 76200 h 333385"/>
                <a:gd name="connsiteX4" fmla="*/ 0 w 482194"/>
                <a:gd name="connsiteY4" fmla="*/ 0 h 333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194" h="333385">
                  <a:moveTo>
                    <a:pt x="154781" y="188119"/>
                  </a:moveTo>
                  <a:cubicBezTo>
                    <a:pt x="294282" y="260152"/>
                    <a:pt x="433784" y="332185"/>
                    <a:pt x="471487" y="333375"/>
                  </a:cubicBezTo>
                  <a:cubicBezTo>
                    <a:pt x="509190" y="334565"/>
                    <a:pt x="439738" y="238125"/>
                    <a:pt x="381000" y="195262"/>
                  </a:cubicBezTo>
                  <a:cubicBezTo>
                    <a:pt x="322262" y="152399"/>
                    <a:pt x="182562" y="108744"/>
                    <a:pt x="119062" y="76200"/>
                  </a:cubicBezTo>
                  <a:cubicBezTo>
                    <a:pt x="55562" y="43656"/>
                    <a:pt x="27781" y="21828"/>
                    <a:pt x="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ADB7515B-7503-40C9-BA81-F014B5DA176D}"/>
                </a:ext>
              </a:extLst>
            </p:cNvPr>
            <p:cNvSpPr/>
            <p:nvPr/>
          </p:nvSpPr>
          <p:spPr>
            <a:xfrm>
              <a:off x="2242055" y="2855920"/>
              <a:ext cx="932935" cy="1407687"/>
            </a:xfrm>
            <a:custGeom>
              <a:avLst/>
              <a:gdLst>
                <a:gd name="connsiteX0" fmla="*/ 0 w 492385"/>
                <a:gd name="connsiteY0" fmla="*/ 742950 h 742950"/>
                <a:gd name="connsiteX1" fmla="*/ 333375 w 492385"/>
                <a:gd name="connsiteY1" fmla="*/ 676275 h 742950"/>
                <a:gd name="connsiteX2" fmla="*/ 490538 w 492385"/>
                <a:gd name="connsiteY2" fmla="*/ 447675 h 742950"/>
                <a:gd name="connsiteX3" fmla="*/ 409575 w 492385"/>
                <a:gd name="connsiteY3" fmla="*/ 214313 h 742950"/>
                <a:gd name="connsiteX4" fmla="*/ 261938 w 492385"/>
                <a:gd name="connsiteY4" fmla="*/ 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2385" h="742950">
                  <a:moveTo>
                    <a:pt x="0" y="742950"/>
                  </a:moveTo>
                  <a:cubicBezTo>
                    <a:pt x="125809" y="734218"/>
                    <a:pt x="251619" y="725487"/>
                    <a:pt x="333375" y="676275"/>
                  </a:cubicBezTo>
                  <a:cubicBezTo>
                    <a:pt x="415131" y="627063"/>
                    <a:pt x="477838" y="524669"/>
                    <a:pt x="490538" y="447675"/>
                  </a:cubicBezTo>
                  <a:cubicBezTo>
                    <a:pt x="503238" y="370681"/>
                    <a:pt x="447675" y="288925"/>
                    <a:pt x="409575" y="214313"/>
                  </a:cubicBezTo>
                  <a:cubicBezTo>
                    <a:pt x="371475" y="139700"/>
                    <a:pt x="316706" y="69850"/>
                    <a:pt x="261938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736DD98-E227-4569-B621-7A3738A3C2BB}"/>
                </a:ext>
              </a:extLst>
            </p:cNvPr>
            <p:cNvSpPr/>
            <p:nvPr/>
          </p:nvSpPr>
          <p:spPr>
            <a:xfrm>
              <a:off x="2142796" y="3316127"/>
              <a:ext cx="342911" cy="902364"/>
            </a:xfrm>
            <a:custGeom>
              <a:avLst/>
              <a:gdLst>
                <a:gd name="connsiteX0" fmla="*/ 0 w 180982"/>
                <a:gd name="connsiteY0" fmla="*/ 476250 h 476250"/>
                <a:gd name="connsiteX1" fmla="*/ 161925 w 180982"/>
                <a:gd name="connsiteY1" fmla="*/ 404812 h 476250"/>
                <a:gd name="connsiteX2" fmla="*/ 176212 w 180982"/>
                <a:gd name="connsiteY2" fmla="*/ 109537 h 476250"/>
                <a:gd name="connsiteX3" fmla="*/ 147637 w 180982"/>
                <a:gd name="connsiteY3" fmla="*/ 0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982" h="476250">
                  <a:moveTo>
                    <a:pt x="0" y="476250"/>
                  </a:moveTo>
                  <a:cubicBezTo>
                    <a:pt x="66278" y="471090"/>
                    <a:pt x="132556" y="465931"/>
                    <a:pt x="161925" y="404812"/>
                  </a:cubicBezTo>
                  <a:cubicBezTo>
                    <a:pt x="191294" y="343693"/>
                    <a:pt x="178593" y="177006"/>
                    <a:pt x="176212" y="109537"/>
                  </a:cubicBezTo>
                  <a:cubicBezTo>
                    <a:pt x="173831" y="42068"/>
                    <a:pt x="160734" y="21034"/>
                    <a:pt x="147637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E9EE0E0C-5432-4AC9-88C5-4914A02AA53E}"/>
                </a:ext>
              </a:extLst>
            </p:cNvPr>
            <p:cNvSpPr/>
            <p:nvPr/>
          </p:nvSpPr>
          <p:spPr>
            <a:xfrm>
              <a:off x="1141419" y="3059187"/>
              <a:ext cx="630249" cy="630249"/>
            </a:xfrm>
            <a:prstGeom prst="ellipse">
              <a:avLst/>
            </a:prstGeom>
            <a:gradFill flip="none" rotWithShape="1">
              <a:gsLst>
                <a:gs pos="43000">
                  <a:schemeClr val="accent4">
                    <a:lumMod val="7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3" name="Oval 25">
              <a:extLst>
                <a:ext uri="{FF2B5EF4-FFF2-40B4-BE49-F238E27FC236}">
                  <a16:creationId xmlns:a16="http://schemas.microsoft.com/office/drawing/2014/main" id="{33F31A9D-F576-4BCE-B4DD-19A0AA261946}"/>
                </a:ext>
              </a:extLst>
            </p:cNvPr>
            <p:cNvSpPr/>
            <p:nvPr/>
          </p:nvSpPr>
          <p:spPr>
            <a:xfrm>
              <a:off x="1271288" y="3224924"/>
              <a:ext cx="364449" cy="321306"/>
            </a:xfrm>
            <a:custGeom>
              <a:avLst/>
              <a:gdLst>
                <a:gd name="connsiteX0" fmla="*/ 0 w 195073"/>
                <a:gd name="connsiteY0" fmla="*/ 97537 h 195073"/>
                <a:gd name="connsiteX1" fmla="*/ 97537 w 195073"/>
                <a:gd name="connsiteY1" fmla="*/ 0 h 195073"/>
                <a:gd name="connsiteX2" fmla="*/ 195074 w 195073"/>
                <a:gd name="connsiteY2" fmla="*/ 97537 h 195073"/>
                <a:gd name="connsiteX3" fmla="*/ 97537 w 195073"/>
                <a:gd name="connsiteY3" fmla="*/ 195074 h 195073"/>
                <a:gd name="connsiteX4" fmla="*/ 0 w 195073"/>
                <a:gd name="connsiteY4" fmla="*/ 97537 h 195073"/>
                <a:gd name="connsiteX0" fmla="*/ 0 w 221268"/>
                <a:gd name="connsiteY0" fmla="*/ 97537 h 195074"/>
                <a:gd name="connsiteX1" fmla="*/ 123731 w 221268"/>
                <a:gd name="connsiteY1" fmla="*/ 0 h 195074"/>
                <a:gd name="connsiteX2" fmla="*/ 221268 w 221268"/>
                <a:gd name="connsiteY2" fmla="*/ 97537 h 195074"/>
                <a:gd name="connsiteX3" fmla="*/ 123731 w 221268"/>
                <a:gd name="connsiteY3" fmla="*/ 195074 h 195074"/>
                <a:gd name="connsiteX4" fmla="*/ 0 w 221268"/>
                <a:gd name="connsiteY4" fmla="*/ 97537 h 19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268" h="195074">
                  <a:moveTo>
                    <a:pt x="0" y="97537"/>
                  </a:moveTo>
                  <a:cubicBezTo>
                    <a:pt x="0" y="43669"/>
                    <a:pt x="86853" y="0"/>
                    <a:pt x="123731" y="0"/>
                  </a:cubicBezTo>
                  <a:cubicBezTo>
                    <a:pt x="160609" y="0"/>
                    <a:pt x="221268" y="43669"/>
                    <a:pt x="221268" y="97537"/>
                  </a:cubicBezTo>
                  <a:cubicBezTo>
                    <a:pt x="221268" y="151405"/>
                    <a:pt x="160609" y="195074"/>
                    <a:pt x="123731" y="195074"/>
                  </a:cubicBezTo>
                  <a:cubicBezTo>
                    <a:pt x="86853" y="195074"/>
                    <a:pt x="0" y="151405"/>
                    <a:pt x="0" y="97537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gradFill>
                <a:gsLst>
                  <a:gs pos="0">
                    <a:srgbClr val="F4AF80"/>
                  </a:gs>
                  <a:gs pos="100000">
                    <a:srgbClr val="FFFF00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C7BC2CE-68A7-4D5D-824C-AAB9C680460A}"/>
                </a:ext>
              </a:extLst>
            </p:cNvPr>
            <p:cNvSpPr/>
            <p:nvPr/>
          </p:nvSpPr>
          <p:spPr>
            <a:xfrm>
              <a:off x="1435926" y="2886057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F4AE2A73-B63B-4940-B13D-CE7A445C500B}"/>
                </a:ext>
              </a:extLst>
            </p:cNvPr>
            <p:cNvSpPr/>
            <p:nvPr/>
          </p:nvSpPr>
          <p:spPr>
            <a:xfrm>
              <a:off x="2443909" y="2658433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3668E880-1694-41DF-B443-FC5F5EEA7F77}"/>
                </a:ext>
              </a:extLst>
            </p:cNvPr>
            <p:cNvSpPr/>
            <p:nvPr/>
          </p:nvSpPr>
          <p:spPr>
            <a:xfrm>
              <a:off x="1793856" y="2814514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FB86DB74-415E-498D-9A07-48BA2AEA490E}"/>
                </a:ext>
              </a:extLst>
            </p:cNvPr>
            <p:cNvSpPr/>
            <p:nvPr/>
          </p:nvSpPr>
          <p:spPr>
            <a:xfrm>
              <a:off x="2318328" y="2947604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0A32AE9C-0C1C-41DD-9276-B055FC6416DA}"/>
                </a:ext>
              </a:extLst>
            </p:cNvPr>
            <p:cNvSpPr/>
            <p:nvPr/>
          </p:nvSpPr>
          <p:spPr>
            <a:xfrm>
              <a:off x="1606541" y="2926476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1CE09837-9B51-48D0-8D60-05342FBEABB4}"/>
                </a:ext>
              </a:extLst>
            </p:cNvPr>
            <p:cNvSpPr/>
            <p:nvPr/>
          </p:nvSpPr>
          <p:spPr>
            <a:xfrm>
              <a:off x="2115993" y="2850063"/>
              <a:ext cx="100846" cy="100846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A9D8AEC7-43E3-493B-B23E-0FDE39FACC10}"/>
                </a:ext>
              </a:extLst>
            </p:cNvPr>
            <p:cNvSpPr/>
            <p:nvPr/>
          </p:nvSpPr>
          <p:spPr>
            <a:xfrm>
              <a:off x="1176892" y="3015239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E3774ECB-54DA-4946-B3A3-BBBDF452650B}"/>
                </a:ext>
              </a:extLst>
            </p:cNvPr>
            <p:cNvSpPr/>
            <p:nvPr/>
          </p:nvSpPr>
          <p:spPr>
            <a:xfrm>
              <a:off x="2562880" y="2795411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47282E69-5A9F-4922-B56D-2E4E24AADC51}"/>
                </a:ext>
              </a:extLst>
            </p:cNvPr>
            <p:cNvSpPr/>
            <p:nvPr/>
          </p:nvSpPr>
          <p:spPr>
            <a:xfrm>
              <a:off x="2201229" y="2680495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FE68411-771F-4B3B-BB10-95F75C02804F}"/>
                </a:ext>
              </a:extLst>
            </p:cNvPr>
            <p:cNvSpPr/>
            <p:nvPr/>
          </p:nvSpPr>
          <p:spPr>
            <a:xfrm>
              <a:off x="2018841" y="2716660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EDE1EA56-B638-4A18-9C07-9262405DD4D5}"/>
                </a:ext>
              </a:extLst>
            </p:cNvPr>
            <p:cNvSpPr/>
            <p:nvPr/>
          </p:nvSpPr>
          <p:spPr>
            <a:xfrm>
              <a:off x="2353629" y="2832895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5C086BA1-1298-4DD2-BA40-CD2E768AA5C2}"/>
                </a:ext>
              </a:extLst>
            </p:cNvPr>
            <p:cNvSpPr/>
            <p:nvPr/>
          </p:nvSpPr>
          <p:spPr>
            <a:xfrm>
              <a:off x="1932395" y="2953403"/>
              <a:ext cx="60507" cy="6050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EEE400B-8F95-45F8-BF73-188D28E1D297}"/>
                </a:ext>
              </a:extLst>
            </p:cNvPr>
            <p:cNvSpPr/>
            <p:nvPr/>
          </p:nvSpPr>
          <p:spPr>
            <a:xfrm>
              <a:off x="609600" y="2450299"/>
              <a:ext cx="9403633" cy="2135875"/>
            </a:xfrm>
            <a:custGeom>
              <a:avLst/>
              <a:gdLst>
                <a:gd name="connsiteX0" fmla="*/ 2229494 w 4963055"/>
                <a:gd name="connsiteY0" fmla="*/ 542 h 1126637"/>
                <a:gd name="connsiteX1" fmla="*/ 3538408 w 4963055"/>
                <a:gd name="connsiteY1" fmla="*/ 147233 h 1126637"/>
                <a:gd name="connsiteX2" fmla="*/ 4495062 w 4963055"/>
                <a:gd name="connsiteY2" fmla="*/ 281425 h 1126637"/>
                <a:gd name="connsiteX3" fmla="*/ 4895106 w 4963055"/>
                <a:gd name="connsiteY3" fmla="*/ 285232 h 1126637"/>
                <a:gd name="connsiteX4" fmla="*/ 4961510 w 4963055"/>
                <a:gd name="connsiteY4" fmla="*/ 483271 h 1126637"/>
                <a:gd name="connsiteX5" fmla="*/ 4907947 w 4963055"/>
                <a:gd name="connsiteY5" fmla="*/ 641111 h 1126637"/>
                <a:gd name="connsiteX6" fmla="*/ 4577244 w 4963055"/>
                <a:gd name="connsiteY6" fmla="*/ 667093 h 1126637"/>
                <a:gd name="connsiteX7" fmla="*/ 3977886 w 4963055"/>
                <a:gd name="connsiteY7" fmla="*/ 802703 h 1126637"/>
                <a:gd name="connsiteX8" fmla="*/ 3409275 w 4963055"/>
                <a:gd name="connsiteY8" fmla="*/ 996009 h 1126637"/>
                <a:gd name="connsiteX9" fmla="*/ 2105063 w 4963055"/>
                <a:gd name="connsiteY9" fmla="*/ 1125667 h 1126637"/>
                <a:gd name="connsiteX10" fmla="*/ 1122182 w 4963055"/>
                <a:gd name="connsiteY10" fmla="*/ 1038651 h 1126637"/>
                <a:gd name="connsiteX11" fmla="*/ 104643 w 4963055"/>
                <a:gd name="connsiteY11" fmla="*/ 754149 h 1126637"/>
                <a:gd name="connsiteX12" fmla="*/ 14918 w 4963055"/>
                <a:gd name="connsiteY12" fmla="*/ 684207 h 1126637"/>
                <a:gd name="connsiteX13" fmla="*/ 2 w 4963055"/>
                <a:gd name="connsiteY13" fmla="*/ 654674 h 1126637"/>
                <a:gd name="connsiteX14" fmla="*/ 21845 w 4963055"/>
                <a:gd name="connsiteY14" fmla="*/ 631239 h 1126637"/>
                <a:gd name="connsiteX15" fmla="*/ 85589 w 4963055"/>
                <a:gd name="connsiteY15" fmla="*/ 663313 h 1126637"/>
                <a:gd name="connsiteX16" fmla="*/ 279575 w 4963055"/>
                <a:gd name="connsiteY16" fmla="*/ 738147 h 1126637"/>
                <a:gd name="connsiteX17" fmla="*/ 131324 w 4963055"/>
                <a:gd name="connsiteY17" fmla="*/ 635532 h 1126637"/>
                <a:gd name="connsiteX18" fmla="*/ 21085 w 4963055"/>
                <a:gd name="connsiteY18" fmla="*/ 538344 h 1126637"/>
                <a:gd name="connsiteX19" fmla="*/ 10344 w 4963055"/>
                <a:gd name="connsiteY19" fmla="*/ 471471 h 1126637"/>
                <a:gd name="connsiteX20" fmla="*/ 10465 w 4963055"/>
                <a:gd name="connsiteY20" fmla="*/ 470371 h 1126637"/>
                <a:gd name="connsiteX21" fmla="*/ 40455 w 4963055"/>
                <a:gd name="connsiteY21" fmla="*/ 429129 h 1126637"/>
                <a:gd name="connsiteX22" fmla="*/ 731914 w 4963055"/>
                <a:gd name="connsiteY22" fmla="*/ 110948 h 1126637"/>
                <a:gd name="connsiteX23" fmla="*/ 2229494 w 4963055"/>
                <a:gd name="connsiteY23" fmla="*/ 542 h 1126637"/>
                <a:gd name="connsiteX0" fmla="*/ 2229494 w 4963055"/>
                <a:gd name="connsiteY0" fmla="*/ 1178 h 1127273"/>
                <a:gd name="connsiteX1" fmla="*/ 3538408 w 4963055"/>
                <a:gd name="connsiteY1" fmla="*/ 147869 h 1127273"/>
                <a:gd name="connsiteX2" fmla="*/ 4495062 w 4963055"/>
                <a:gd name="connsiteY2" fmla="*/ 282061 h 1127273"/>
                <a:gd name="connsiteX3" fmla="*/ 4895106 w 4963055"/>
                <a:gd name="connsiteY3" fmla="*/ 285868 h 1127273"/>
                <a:gd name="connsiteX4" fmla="*/ 4961510 w 4963055"/>
                <a:gd name="connsiteY4" fmla="*/ 483907 h 1127273"/>
                <a:gd name="connsiteX5" fmla="*/ 4907947 w 4963055"/>
                <a:gd name="connsiteY5" fmla="*/ 641747 h 1127273"/>
                <a:gd name="connsiteX6" fmla="*/ 4577244 w 4963055"/>
                <a:gd name="connsiteY6" fmla="*/ 667729 h 1127273"/>
                <a:gd name="connsiteX7" fmla="*/ 3977886 w 4963055"/>
                <a:gd name="connsiteY7" fmla="*/ 803339 h 1127273"/>
                <a:gd name="connsiteX8" fmla="*/ 3409275 w 4963055"/>
                <a:gd name="connsiteY8" fmla="*/ 996645 h 1127273"/>
                <a:gd name="connsiteX9" fmla="*/ 2105063 w 4963055"/>
                <a:gd name="connsiteY9" fmla="*/ 1126303 h 1127273"/>
                <a:gd name="connsiteX10" fmla="*/ 1122182 w 4963055"/>
                <a:gd name="connsiteY10" fmla="*/ 1039287 h 1127273"/>
                <a:gd name="connsiteX11" fmla="*/ 104643 w 4963055"/>
                <a:gd name="connsiteY11" fmla="*/ 754785 h 1127273"/>
                <a:gd name="connsiteX12" fmla="*/ 14918 w 4963055"/>
                <a:gd name="connsiteY12" fmla="*/ 684843 h 1127273"/>
                <a:gd name="connsiteX13" fmla="*/ 2 w 4963055"/>
                <a:gd name="connsiteY13" fmla="*/ 655310 h 1127273"/>
                <a:gd name="connsiteX14" fmla="*/ 21845 w 4963055"/>
                <a:gd name="connsiteY14" fmla="*/ 631875 h 1127273"/>
                <a:gd name="connsiteX15" fmla="*/ 85589 w 4963055"/>
                <a:gd name="connsiteY15" fmla="*/ 663949 h 1127273"/>
                <a:gd name="connsiteX16" fmla="*/ 279575 w 4963055"/>
                <a:gd name="connsiteY16" fmla="*/ 738783 h 1127273"/>
                <a:gd name="connsiteX17" fmla="*/ 131324 w 4963055"/>
                <a:gd name="connsiteY17" fmla="*/ 636168 h 1127273"/>
                <a:gd name="connsiteX18" fmla="*/ 21085 w 4963055"/>
                <a:gd name="connsiteY18" fmla="*/ 538980 h 1127273"/>
                <a:gd name="connsiteX19" fmla="*/ 10344 w 4963055"/>
                <a:gd name="connsiteY19" fmla="*/ 472107 h 1127273"/>
                <a:gd name="connsiteX20" fmla="*/ 10465 w 4963055"/>
                <a:gd name="connsiteY20" fmla="*/ 471007 h 1127273"/>
                <a:gd name="connsiteX21" fmla="*/ 40455 w 4963055"/>
                <a:gd name="connsiteY21" fmla="*/ 429765 h 1127273"/>
                <a:gd name="connsiteX22" fmla="*/ 871614 w 4963055"/>
                <a:gd name="connsiteY22" fmla="*/ 98884 h 1127273"/>
                <a:gd name="connsiteX23" fmla="*/ 2229494 w 4963055"/>
                <a:gd name="connsiteY23" fmla="*/ 1178 h 1127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63055" h="1127273">
                  <a:moveTo>
                    <a:pt x="2229494" y="1178"/>
                  </a:moveTo>
                  <a:cubicBezTo>
                    <a:pt x="2673960" y="9342"/>
                    <a:pt x="3156088" y="98856"/>
                    <a:pt x="3538408" y="147869"/>
                  </a:cubicBezTo>
                  <a:lnTo>
                    <a:pt x="4495062" y="282061"/>
                  </a:lnTo>
                  <a:cubicBezTo>
                    <a:pt x="4721178" y="305061"/>
                    <a:pt x="4817365" y="252227"/>
                    <a:pt x="4895106" y="285868"/>
                  </a:cubicBezTo>
                  <a:cubicBezTo>
                    <a:pt x="4972848" y="319509"/>
                    <a:pt x="4959370" y="424594"/>
                    <a:pt x="4961510" y="483907"/>
                  </a:cubicBezTo>
                  <a:cubicBezTo>
                    <a:pt x="4963650" y="543221"/>
                    <a:pt x="4971992" y="611110"/>
                    <a:pt x="4907947" y="641747"/>
                  </a:cubicBezTo>
                  <a:cubicBezTo>
                    <a:pt x="4843903" y="672384"/>
                    <a:pt x="4732253" y="640797"/>
                    <a:pt x="4577244" y="667729"/>
                  </a:cubicBezTo>
                  <a:cubicBezTo>
                    <a:pt x="4422234" y="694661"/>
                    <a:pt x="4172547" y="748520"/>
                    <a:pt x="3977886" y="803339"/>
                  </a:cubicBezTo>
                  <a:cubicBezTo>
                    <a:pt x="3783224" y="858159"/>
                    <a:pt x="3721412" y="942818"/>
                    <a:pt x="3409275" y="996645"/>
                  </a:cubicBezTo>
                  <a:cubicBezTo>
                    <a:pt x="3097138" y="1050473"/>
                    <a:pt x="2486246" y="1119197"/>
                    <a:pt x="2105063" y="1126303"/>
                  </a:cubicBezTo>
                  <a:cubicBezTo>
                    <a:pt x="1723881" y="1133410"/>
                    <a:pt x="1455586" y="1101207"/>
                    <a:pt x="1122182" y="1039287"/>
                  </a:cubicBezTo>
                  <a:cubicBezTo>
                    <a:pt x="788779" y="977366"/>
                    <a:pt x="284930" y="856372"/>
                    <a:pt x="104643" y="754785"/>
                  </a:cubicBezTo>
                  <a:lnTo>
                    <a:pt x="14918" y="684843"/>
                  </a:lnTo>
                  <a:lnTo>
                    <a:pt x="2" y="655310"/>
                  </a:lnTo>
                  <a:cubicBezTo>
                    <a:pt x="-166" y="642208"/>
                    <a:pt x="7581" y="630435"/>
                    <a:pt x="21845" y="631875"/>
                  </a:cubicBezTo>
                  <a:cubicBezTo>
                    <a:pt x="36109" y="633315"/>
                    <a:pt x="42635" y="646131"/>
                    <a:pt x="85589" y="663949"/>
                  </a:cubicBezTo>
                  <a:cubicBezTo>
                    <a:pt x="128544" y="681768"/>
                    <a:pt x="271952" y="743414"/>
                    <a:pt x="279575" y="738783"/>
                  </a:cubicBezTo>
                  <a:cubicBezTo>
                    <a:pt x="287197" y="734154"/>
                    <a:pt x="174405" y="669469"/>
                    <a:pt x="131324" y="636168"/>
                  </a:cubicBezTo>
                  <a:cubicBezTo>
                    <a:pt x="88243" y="602867"/>
                    <a:pt x="41249" y="566324"/>
                    <a:pt x="21085" y="538980"/>
                  </a:cubicBezTo>
                  <a:cubicBezTo>
                    <a:pt x="922" y="511635"/>
                    <a:pt x="1898" y="523958"/>
                    <a:pt x="10344" y="472107"/>
                  </a:cubicBezTo>
                  <a:cubicBezTo>
                    <a:pt x="10384" y="471740"/>
                    <a:pt x="10425" y="471374"/>
                    <a:pt x="10465" y="471007"/>
                  </a:cubicBezTo>
                  <a:lnTo>
                    <a:pt x="40455" y="429765"/>
                  </a:lnTo>
                  <a:cubicBezTo>
                    <a:pt x="145000" y="322565"/>
                    <a:pt x="506774" y="170314"/>
                    <a:pt x="871614" y="98884"/>
                  </a:cubicBezTo>
                  <a:cubicBezTo>
                    <a:pt x="1236453" y="27453"/>
                    <a:pt x="1785028" y="-6986"/>
                    <a:pt x="2229494" y="1178"/>
                  </a:cubicBezTo>
                  <a:close/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E3C270DC-730F-459A-A57C-B2570ED38C7F}"/>
                </a:ext>
              </a:extLst>
            </p:cNvPr>
            <p:cNvSpPr/>
            <p:nvPr/>
          </p:nvSpPr>
          <p:spPr>
            <a:xfrm>
              <a:off x="5878581" y="4317751"/>
              <a:ext cx="838494" cy="911979"/>
            </a:xfrm>
            <a:custGeom>
              <a:avLst/>
              <a:gdLst>
                <a:gd name="connsiteX0" fmla="*/ 0 w 442541"/>
                <a:gd name="connsiteY0" fmla="*/ 57150 h 481325"/>
                <a:gd name="connsiteX1" fmla="*/ 276225 w 442541"/>
                <a:gd name="connsiteY1" fmla="*/ 481013 h 481325"/>
                <a:gd name="connsiteX2" fmla="*/ 438150 w 442541"/>
                <a:gd name="connsiteY2" fmla="*/ 123825 h 481325"/>
                <a:gd name="connsiteX3" fmla="*/ 104775 w 442541"/>
                <a:gd name="connsiteY3" fmla="*/ 0 h 481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2541" h="481325">
                  <a:moveTo>
                    <a:pt x="0" y="57150"/>
                  </a:moveTo>
                  <a:cubicBezTo>
                    <a:pt x="101600" y="263525"/>
                    <a:pt x="203200" y="469901"/>
                    <a:pt x="276225" y="481013"/>
                  </a:cubicBezTo>
                  <a:cubicBezTo>
                    <a:pt x="349250" y="492125"/>
                    <a:pt x="466725" y="203994"/>
                    <a:pt x="438150" y="123825"/>
                  </a:cubicBezTo>
                  <a:cubicBezTo>
                    <a:pt x="409575" y="43656"/>
                    <a:pt x="257175" y="21828"/>
                    <a:pt x="104775" y="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A881073-EAE2-44EA-B6F3-1F8AB34FBD24}"/>
                </a:ext>
              </a:extLst>
            </p:cNvPr>
            <p:cNvSpPr/>
            <p:nvPr/>
          </p:nvSpPr>
          <p:spPr>
            <a:xfrm>
              <a:off x="2936876" y="4083134"/>
              <a:ext cx="1372542" cy="377422"/>
            </a:xfrm>
            <a:custGeom>
              <a:avLst/>
              <a:gdLst>
                <a:gd name="connsiteX0" fmla="*/ 0 w 820802"/>
                <a:gd name="connsiteY0" fmla="*/ 0 h 199196"/>
                <a:gd name="connsiteX1" fmla="*/ 809625 w 820802"/>
                <a:gd name="connsiteY1" fmla="*/ 33338 h 199196"/>
                <a:gd name="connsiteX2" fmla="*/ 442912 w 820802"/>
                <a:gd name="connsiteY2" fmla="*/ 195263 h 199196"/>
                <a:gd name="connsiteX3" fmla="*/ 33337 w 820802"/>
                <a:gd name="connsiteY3" fmla="*/ 133350 h 199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802" h="199196">
                  <a:moveTo>
                    <a:pt x="0" y="0"/>
                  </a:moveTo>
                  <a:cubicBezTo>
                    <a:pt x="367903" y="397"/>
                    <a:pt x="735806" y="794"/>
                    <a:pt x="809625" y="33338"/>
                  </a:cubicBezTo>
                  <a:cubicBezTo>
                    <a:pt x="883444" y="65882"/>
                    <a:pt x="572293" y="178594"/>
                    <a:pt x="442912" y="195263"/>
                  </a:cubicBezTo>
                  <a:cubicBezTo>
                    <a:pt x="313531" y="211932"/>
                    <a:pt x="173434" y="172641"/>
                    <a:pt x="33337" y="13335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B3E6FA6-A82D-4E87-8275-3ED6042C0887}"/>
              </a:ext>
            </a:extLst>
          </p:cNvPr>
          <p:cNvGrpSpPr>
            <a:grpSpLocks noChangeAspect="1"/>
          </p:cNvGrpSpPr>
          <p:nvPr/>
        </p:nvGrpSpPr>
        <p:grpSpPr>
          <a:xfrm>
            <a:off x="690129" y="4941162"/>
            <a:ext cx="1600200" cy="536717"/>
            <a:chOff x="3878782" y="3427342"/>
            <a:chExt cx="4974699" cy="1668545"/>
          </a:xfrm>
          <a:effectLst>
            <a:glow rad="63500">
              <a:schemeClr val="bg1">
                <a:alpha val="69000"/>
              </a:schemeClr>
            </a:glow>
          </a:effectLst>
        </p:grpSpPr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F12CCFF1-2A98-405F-996D-BD03E13B507B}"/>
                </a:ext>
              </a:extLst>
            </p:cNvPr>
            <p:cNvSpPr/>
            <p:nvPr/>
          </p:nvSpPr>
          <p:spPr>
            <a:xfrm>
              <a:off x="6876475" y="4384017"/>
              <a:ext cx="797768" cy="432121"/>
            </a:xfrm>
            <a:custGeom>
              <a:avLst/>
              <a:gdLst>
                <a:gd name="connsiteX0" fmla="*/ 575 w 797768"/>
                <a:gd name="connsiteY0" fmla="*/ 197508 h 404165"/>
                <a:gd name="connsiteX1" fmla="*/ 245050 w 797768"/>
                <a:gd name="connsiteY1" fmla="*/ 403883 h 404165"/>
                <a:gd name="connsiteX2" fmla="*/ 432375 w 797768"/>
                <a:gd name="connsiteY2" fmla="*/ 238783 h 404165"/>
                <a:gd name="connsiteX3" fmla="*/ 746700 w 797768"/>
                <a:gd name="connsiteY3" fmla="*/ 95908 h 404165"/>
                <a:gd name="connsiteX4" fmla="*/ 784800 w 797768"/>
                <a:gd name="connsiteY4" fmla="*/ 51458 h 404165"/>
                <a:gd name="connsiteX5" fmla="*/ 616525 w 797768"/>
                <a:gd name="connsiteY5" fmla="*/ 658 h 404165"/>
                <a:gd name="connsiteX6" fmla="*/ 191075 w 797768"/>
                <a:gd name="connsiteY6" fmla="*/ 89558 h 404165"/>
                <a:gd name="connsiteX7" fmla="*/ 575 w 797768"/>
                <a:gd name="connsiteY7" fmla="*/ 197508 h 404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7768" h="404165">
                  <a:moveTo>
                    <a:pt x="575" y="197508"/>
                  </a:moveTo>
                  <a:cubicBezTo>
                    <a:pt x="9571" y="249895"/>
                    <a:pt x="173083" y="397004"/>
                    <a:pt x="245050" y="403883"/>
                  </a:cubicBezTo>
                  <a:cubicBezTo>
                    <a:pt x="317017" y="410762"/>
                    <a:pt x="348767" y="290112"/>
                    <a:pt x="432375" y="238783"/>
                  </a:cubicBezTo>
                  <a:cubicBezTo>
                    <a:pt x="515983" y="187454"/>
                    <a:pt x="687962" y="127129"/>
                    <a:pt x="746700" y="95908"/>
                  </a:cubicBezTo>
                  <a:cubicBezTo>
                    <a:pt x="805438" y="64687"/>
                    <a:pt x="806496" y="67333"/>
                    <a:pt x="784800" y="51458"/>
                  </a:cubicBezTo>
                  <a:cubicBezTo>
                    <a:pt x="763104" y="35583"/>
                    <a:pt x="715479" y="-5692"/>
                    <a:pt x="616525" y="658"/>
                  </a:cubicBezTo>
                  <a:cubicBezTo>
                    <a:pt x="517571" y="7008"/>
                    <a:pt x="292675" y="61512"/>
                    <a:pt x="191075" y="89558"/>
                  </a:cubicBezTo>
                  <a:cubicBezTo>
                    <a:pt x="89475" y="117604"/>
                    <a:pt x="-8421" y="145121"/>
                    <a:pt x="575" y="197508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chemeClr val="bg1">
                    <a:lumMod val="95000"/>
                  </a:schemeClr>
                </a:gs>
                <a:gs pos="100000">
                  <a:srgbClr val="FFCC67"/>
                </a:gs>
              </a:gsLst>
              <a:lin ang="12600000" scaled="0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184B4C02-DEB4-4C91-ACB9-8A3D486E88D6}"/>
                </a:ext>
              </a:extLst>
            </p:cNvPr>
            <p:cNvSpPr/>
            <p:nvPr/>
          </p:nvSpPr>
          <p:spPr>
            <a:xfrm>
              <a:off x="7185640" y="3847989"/>
              <a:ext cx="482467" cy="176323"/>
            </a:xfrm>
            <a:custGeom>
              <a:avLst/>
              <a:gdLst>
                <a:gd name="connsiteX0" fmla="*/ 15260 w 482467"/>
                <a:gd name="connsiteY0" fmla="*/ 114411 h 176323"/>
                <a:gd name="connsiteX1" fmla="*/ 351810 w 482467"/>
                <a:gd name="connsiteY1" fmla="*/ 111 h 176323"/>
                <a:gd name="connsiteX2" fmla="*/ 481985 w 482467"/>
                <a:gd name="connsiteY2" fmla="*/ 136636 h 176323"/>
                <a:gd name="connsiteX3" fmla="*/ 383560 w 482467"/>
                <a:gd name="connsiteY3" fmla="*/ 171561 h 176323"/>
                <a:gd name="connsiteX4" fmla="*/ 91460 w 482467"/>
                <a:gd name="connsiteY4" fmla="*/ 168386 h 176323"/>
                <a:gd name="connsiteX5" fmla="*/ 15260 w 482467"/>
                <a:gd name="connsiteY5" fmla="*/ 114411 h 176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2467" h="176323">
                  <a:moveTo>
                    <a:pt x="15260" y="114411"/>
                  </a:moveTo>
                  <a:cubicBezTo>
                    <a:pt x="58652" y="86365"/>
                    <a:pt x="274023" y="-3593"/>
                    <a:pt x="351810" y="111"/>
                  </a:cubicBezTo>
                  <a:cubicBezTo>
                    <a:pt x="429597" y="3815"/>
                    <a:pt x="476693" y="108061"/>
                    <a:pt x="481985" y="136636"/>
                  </a:cubicBezTo>
                  <a:cubicBezTo>
                    <a:pt x="487277" y="165211"/>
                    <a:pt x="448647" y="166269"/>
                    <a:pt x="383560" y="171561"/>
                  </a:cubicBezTo>
                  <a:cubicBezTo>
                    <a:pt x="318473" y="176853"/>
                    <a:pt x="154431" y="180028"/>
                    <a:pt x="91460" y="168386"/>
                  </a:cubicBezTo>
                  <a:cubicBezTo>
                    <a:pt x="28489" y="156744"/>
                    <a:pt x="-28132" y="142457"/>
                    <a:pt x="15260" y="114411"/>
                  </a:cubicBezTo>
                  <a:close/>
                </a:path>
              </a:pathLst>
            </a:custGeom>
            <a:gradFill flip="none" rotWithShape="1">
              <a:gsLst>
                <a:gs pos="89000">
                  <a:schemeClr val="tx1">
                    <a:lumMod val="75000"/>
                    <a:lumOff val="25000"/>
                  </a:schemeClr>
                </a:gs>
                <a:gs pos="72000">
                  <a:srgbClr val="E2B954"/>
                </a:gs>
              </a:gsLst>
              <a:path path="circle">
                <a:fillToRect t="100000" r="100000"/>
              </a:path>
              <a:tileRect l="-100000" b="-10000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3E545907-20D4-4C12-AABA-F1699334A250}"/>
                </a:ext>
              </a:extLst>
            </p:cNvPr>
            <p:cNvSpPr/>
            <p:nvPr/>
          </p:nvSpPr>
          <p:spPr>
            <a:xfrm>
              <a:off x="7768005" y="3720782"/>
              <a:ext cx="1085476" cy="925218"/>
            </a:xfrm>
            <a:custGeom>
              <a:avLst/>
              <a:gdLst>
                <a:gd name="connsiteX0" fmla="*/ 972770 w 1085476"/>
                <a:gd name="connsiteY0" fmla="*/ 318 h 925218"/>
                <a:gd name="connsiteX1" fmla="*/ 1083895 w 1085476"/>
                <a:gd name="connsiteY1" fmla="*/ 108268 h 925218"/>
                <a:gd name="connsiteX2" fmla="*/ 1029920 w 1085476"/>
                <a:gd name="connsiteY2" fmla="*/ 292418 h 925218"/>
                <a:gd name="connsiteX3" fmla="*/ 915620 w 1085476"/>
                <a:gd name="connsiteY3" fmla="*/ 403543 h 925218"/>
                <a:gd name="connsiteX4" fmla="*/ 914778 w 1085476"/>
                <a:gd name="connsiteY4" fmla="*/ 404284 h 925218"/>
                <a:gd name="connsiteX5" fmla="*/ 905698 w 1085476"/>
                <a:gd name="connsiteY5" fmla="*/ 424577 h 925218"/>
                <a:gd name="connsiteX6" fmla="*/ 891956 w 1085476"/>
                <a:gd name="connsiteY6" fmla="*/ 465009 h 925218"/>
                <a:gd name="connsiteX7" fmla="*/ 891106 w 1085476"/>
                <a:gd name="connsiteY7" fmla="*/ 483103 h 925218"/>
                <a:gd name="connsiteX8" fmla="*/ 898356 w 1085476"/>
                <a:gd name="connsiteY8" fmla="*/ 508715 h 925218"/>
                <a:gd name="connsiteX9" fmla="*/ 899235 w 1085476"/>
                <a:gd name="connsiteY9" fmla="*/ 512417 h 925218"/>
                <a:gd name="connsiteX10" fmla="*/ 909744 w 1085476"/>
                <a:gd name="connsiteY10" fmla="*/ 521675 h 925218"/>
                <a:gd name="connsiteX11" fmla="*/ 1024044 w 1085476"/>
                <a:gd name="connsiteY11" fmla="*/ 632800 h 925218"/>
                <a:gd name="connsiteX12" fmla="*/ 1078019 w 1085476"/>
                <a:gd name="connsiteY12" fmla="*/ 816950 h 925218"/>
                <a:gd name="connsiteX13" fmla="*/ 966894 w 1085476"/>
                <a:gd name="connsiteY13" fmla="*/ 924900 h 925218"/>
                <a:gd name="connsiteX14" fmla="*/ 639869 w 1085476"/>
                <a:gd name="connsiteY14" fmla="*/ 845525 h 925218"/>
                <a:gd name="connsiteX15" fmla="*/ 344594 w 1085476"/>
                <a:gd name="connsiteY15" fmla="*/ 718525 h 925218"/>
                <a:gd name="connsiteX16" fmla="*/ 4869 w 1085476"/>
                <a:gd name="connsiteY16" fmla="*/ 601050 h 925218"/>
                <a:gd name="connsiteX17" fmla="*/ 104212 w 1085476"/>
                <a:gd name="connsiteY17" fmla="*/ 486973 h 925218"/>
                <a:gd name="connsiteX18" fmla="*/ 148330 w 1085476"/>
                <a:gd name="connsiteY18" fmla="*/ 460871 h 925218"/>
                <a:gd name="connsiteX19" fmla="*/ 110088 w 1085476"/>
                <a:gd name="connsiteY19" fmla="*/ 438245 h 925218"/>
                <a:gd name="connsiteX20" fmla="*/ 10745 w 1085476"/>
                <a:gd name="connsiteY20" fmla="*/ 324168 h 925218"/>
                <a:gd name="connsiteX21" fmla="*/ 350470 w 1085476"/>
                <a:gd name="connsiteY21" fmla="*/ 206693 h 925218"/>
                <a:gd name="connsiteX22" fmla="*/ 645745 w 1085476"/>
                <a:gd name="connsiteY22" fmla="*/ 79693 h 925218"/>
                <a:gd name="connsiteX23" fmla="*/ 972770 w 1085476"/>
                <a:gd name="connsiteY23" fmla="*/ 318 h 925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85476" h="925218">
                  <a:moveTo>
                    <a:pt x="972770" y="318"/>
                  </a:moveTo>
                  <a:cubicBezTo>
                    <a:pt x="1045795" y="5081"/>
                    <a:pt x="1074370" y="59585"/>
                    <a:pt x="1083895" y="108268"/>
                  </a:cubicBezTo>
                  <a:cubicBezTo>
                    <a:pt x="1093420" y="156951"/>
                    <a:pt x="1057966" y="243206"/>
                    <a:pt x="1029920" y="292418"/>
                  </a:cubicBezTo>
                  <a:cubicBezTo>
                    <a:pt x="1001874" y="341630"/>
                    <a:pt x="939962" y="378143"/>
                    <a:pt x="915620" y="403543"/>
                  </a:cubicBezTo>
                  <a:lnTo>
                    <a:pt x="914778" y="404284"/>
                  </a:lnTo>
                  <a:lnTo>
                    <a:pt x="905698" y="424577"/>
                  </a:lnTo>
                  <a:cubicBezTo>
                    <a:pt x="900076" y="438005"/>
                    <a:pt x="895016" y="451796"/>
                    <a:pt x="891956" y="465009"/>
                  </a:cubicBezTo>
                  <a:lnTo>
                    <a:pt x="891106" y="483103"/>
                  </a:lnTo>
                  <a:lnTo>
                    <a:pt x="898356" y="508715"/>
                  </a:lnTo>
                  <a:lnTo>
                    <a:pt x="899235" y="512417"/>
                  </a:lnTo>
                  <a:lnTo>
                    <a:pt x="909744" y="521675"/>
                  </a:lnTo>
                  <a:cubicBezTo>
                    <a:pt x="934086" y="547075"/>
                    <a:pt x="995998" y="583588"/>
                    <a:pt x="1024044" y="632800"/>
                  </a:cubicBezTo>
                  <a:cubicBezTo>
                    <a:pt x="1052090" y="682012"/>
                    <a:pt x="1087544" y="768267"/>
                    <a:pt x="1078019" y="816950"/>
                  </a:cubicBezTo>
                  <a:cubicBezTo>
                    <a:pt x="1068494" y="865633"/>
                    <a:pt x="1039919" y="920137"/>
                    <a:pt x="966894" y="924900"/>
                  </a:cubicBezTo>
                  <a:cubicBezTo>
                    <a:pt x="893869" y="929663"/>
                    <a:pt x="743586" y="879921"/>
                    <a:pt x="639869" y="845525"/>
                  </a:cubicBezTo>
                  <a:cubicBezTo>
                    <a:pt x="536152" y="811129"/>
                    <a:pt x="450427" y="759271"/>
                    <a:pt x="344594" y="718525"/>
                  </a:cubicBezTo>
                  <a:cubicBezTo>
                    <a:pt x="238761" y="677779"/>
                    <a:pt x="35031" y="645500"/>
                    <a:pt x="4869" y="601050"/>
                  </a:cubicBezTo>
                  <a:cubicBezTo>
                    <a:pt x="-17753" y="567713"/>
                    <a:pt x="42374" y="524552"/>
                    <a:pt x="104212" y="486973"/>
                  </a:cubicBezTo>
                  <a:lnTo>
                    <a:pt x="148330" y="460871"/>
                  </a:lnTo>
                  <a:lnTo>
                    <a:pt x="110088" y="438245"/>
                  </a:lnTo>
                  <a:cubicBezTo>
                    <a:pt x="48250" y="400666"/>
                    <a:pt x="-11877" y="357506"/>
                    <a:pt x="10745" y="324168"/>
                  </a:cubicBezTo>
                  <a:cubicBezTo>
                    <a:pt x="40907" y="279718"/>
                    <a:pt x="244637" y="247439"/>
                    <a:pt x="350470" y="206693"/>
                  </a:cubicBezTo>
                  <a:cubicBezTo>
                    <a:pt x="456303" y="165947"/>
                    <a:pt x="542028" y="114089"/>
                    <a:pt x="645745" y="79693"/>
                  </a:cubicBezTo>
                  <a:cubicBezTo>
                    <a:pt x="749462" y="45297"/>
                    <a:pt x="899745" y="-4445"/>
                    <a:pt x="972770" y="318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8000">
                  <a:srgbClr val="CBA751"/>
                </a:gs>
                <a:gs pos="35000">
                  <a:srgbClr val="E2B954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D44928F-2AB0-4FD6-B215-2093F95F8385}"/>
                </a:ext>
              </a:extLst>
            </p:cNvPr>
            <p:cNvSpPr/>
            <p:nvPr/>
          </p:nvSpPr>
          <p:spPr>
            <a:xfrm>
              <a:off x="5885705" y="3427342"/>
              <a:ext cx="859604" cy="465458"/>
            </a:xfrm>
            <a:custGeom>
              <a:avLst/>
              <a:gdLst>
                <a:gd name="connsiteX0" fmla="*/ 4331 w 863190"/>
                <a:gd name="connsiteY0" fmla="*/ 425503 h 536973"/>
                <a:gd name="connsiteX1" fmla="*/ 417081 w 863190"/>
                <a:gd name="connsiteY1" fmla="*/ 53 h 536973"/>
                <a:gd name="connsiteX2" fmla="*/ 848881 w 863190"/>
                <a:gd name="connsiteY2" fmla="*/ 396928 h 536973"/>
                <a:gd name="connsiteX3" fmla="*/ 686956 w 863190"/>
                <a:gd name="connsiteY3" fmla="*/ 536628 h 536973"/>
                <a:gd name="connsiteX4" fmla="*/ 4331 w 863190"/>
                <a:gd name="connsiteY4" fmla="*/ 425503 h 536973"/>
                <a:gd name="connsiteX0" fmla="*/ 745 w 859604"/>
                <a:gd name="connsiteY0" fmla="*/ 354083 h 465458"/>
                <a:gd name="connsiteX1" fmla="*/ 556370 w 859604"/>
                <a:gd name="connsiteY1" fmla="*/ 70 h 465458"/>
                <a:gd name="connsiteX2" fmla="*/ 845295 w 859604"/>
                <a:gd name="connsiteY2" fmla="*/ 325508 h 465458"/>
                <a:gd name="connsiteX3" fmla="*/ 683370 w 859604"/>
                <a:gd name="connsiteY3" fmla="*/ 465208 h 465458"/>
                <a:gd name="connsiteX4" fmla="*/ 745 w 859604"/>
                <a:gd name="connsiteY4" fmla="*/ 354083 h 465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9604" h="465458">
                  <a:moveTo>
                    <a:pt x="745" y="354083"/>
                  </a:moveTo>
                  <a:cubicBezTo>
                    <a:pt x="-20422" y="276560"/>
                    <a:pt x="415612" y="4832"/>
                    <a:pt x="556370" y="70"/>
                  </a:cubicBezTo>
                  <a:cubicBezTo>
                    <a:pt x="697128" y="-4692"/>
                    <a:pt x="800316" y="236079"/>
                    <a:pt x="845295" y="325508"/>
                  </a:cubicBezTo>
                  <a:cubicBezTo>
                    <a:pt x="890274" y="414937"/>
                    <a:pt x="827303" y="461504"/>
                    <a:pt x="683370" y="465208"/>
                  </a:cubicBezTo>
                  <a:cubicBezTo>
                    <a:pt x="539437" y="468912"/>
                    <a:pt x="21912" y="431606"/>
                    <a:pt x="745" y="354083"/>
                  </a:cubicBezTo>
                  <a:close/>
                </a:path>
              </a:pathLst>
            </a:custGeom>
            <a:solidFill>
              <a:srgbClr val="E2B95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1FF5DC53-9369-4090-B8C2-1BD837C9F6EB}"/>
                </a:ext>
              </a:extLst>
            </p:cNvPr>
            <p:cNvSpPr/>
            <p:nvPr/>
          </p:nvSpPr>
          <p:spPr>
            <a:xfrm>
              <a:off x="3878782" y="3729930"/>
              <a:ext cx="4323249" cy="1058472"/>
            </a:xfrm>
            <a:custGeom>
              <a:avLst/>
              <a:gdLst>
                <a:gd name="connsiteX0" fmla="*/ 1763193 w 4323249"/>
                <a:gd name="connsiteY0" fmla="*/ 1070 h 1027097"/>
                <a:gd name="connsiteX1" fmla="*/ 3078278 w 4323249"/>
                <a:gd name="connsiteY1" fmla="*/ 140135 h 1027097"/>
                <a:gd name="connsiteX2" fmla="*/ 3849168 w 4323249"/>
                <a:gd name="connsiteY2" fmla="*/ 247450 h 1027097"/>
                <a:gd name="connsiteX3" fmla="*/ 4153333 w 4323249"/>
                <a:gd name="connsiteY3" fmla="*/ 246815 h 1027097"/>
                <a:gd name="connsiteX4" fmla="*/ 4309543 w 4323249"/>
                <a:gd name="connsiteY4" fmla="*/ 359846 h 1027097"/>
                <a:gd name="connsiteX5" fmla="*/ 4303193 w 4323249"/>
                <a:gd name="connsiteY5" fmla="*/ 545900 h 1027097"/>
                <a:gd name="connsiteX6" fmla="*/ 4152063 w 4323249"/>
                <a:gd name="connsiteY6" fmla="*/ 641785 h 1027097"/>
                <a:gd name="connsiteX7" fmla="*/ 3771698 w 4323249"/>
                <a:gd name="connsiteY7" fmla="*/ 627815 h 1027097"/>
                <a:gd name="connsiteX8" fmla="*/ 3154478 w 4323249"/>
                <a:gd name="connsiteY8" fmla="*/ 825935 h 1027097"/>
                <a:gd name="connsiteX9" fmla="*/ 2202613 w 4323249"/>
                <a:gd name="connsiteY9" fmla="*/ 1021515 h 1027097"/>
                <a:gd name="connsiteX10" fmla="*/ 872923 w 4323249"/>
                <a:gd name="connsiteY10" fmla="*/ 956110 h 1027097"/>
                <a:gd name="connsiteX11" fmla="*/ 218238 w 4323249"/>
                <a:gd name="connsiteY11" fmla="*/ 773230 h 1027097"/>
                <a:gd name="connsiteX12" fmla="*/ 113815 w 4323249"/>
                <a:gd name="connsiteY12" fmla="*/ 714895 h 1027097"/>
                <a:gd name="connsiteX13" fmla="*/ 49857 w 4323249"/>
                <a:gd name="connsiteY13" fmla="*/ 664818 h 1027097"/>
                <a:gd name="connsiteX14" fmla="*/ 45320 w 4323249"/>
                <a:gd name="connsiteY14" fmla="*/ 657501 h 1027097"/>
                <a:gd name="connsiteX15" fmla="*/ 4243 w 4323249"/>
                <a:gd name="connsiteY15" fmla="*/ 607495 h 1027097"/>
                <a:gd name="connsiteX16" fmla="*/ 10593 w 4323249"/>
                <a:gd name="connsiteY16" fmla="*/ 566220 h 1027097"/>
                <a:gd name="connsiteX17" fmla="*/ 61393 w 4323249"/>
                <a:gd name="connsiteY17" fmla="*/ 572570 h 1027097"/>
                <a:gd name="connsiteX18" fmla="*/ 178868 w 4323249"/>
                <a:gd name="connsiteY18" fmla="*/ 610670 h 1027097"/>
                <a:gd name="connsiteX19" fmla="*/ 293168 w 4323249"/>
                <a:gd name="connsiteY19" fmla="*/ 629720 h 1027097"/>
                <a:gd name="connsiteX20" fmla="*/ 258243 w 4323249"/>
                <a:gd name="connsiteY20" fmla="*/ 604320 h 1027097"/>
                <a:gd name="connsiteX21" fmla="*/ 140768 w 4323249"/>
                <a:gd name="connsiteY21" fmla="*/ 521770 h 1027097"/>
                <a:gd name="connsiteX22" fmla="*/ 58218 w 4323249"/>
                <a:gd name="connsiteY22" fmla="*/ 455095 h 1027097"/>
                <a:gd name="connsiteX23" fmla="*/ 39168 w 4323249"/>
                <a:gd name="connsiteY23" fmla="*/ 382070 h 1027097"/>
                <a:gd name="connsiteX24" fmla="*/ 42545 w 4323249"/>
                <a:gd name="connsiteY24" fmla="*/ 351001 h 1027097"/>
                <a:gd name="connsiteX25" fmla="*/ 53793 w 4323249"/>
                <a:gd name="connsiteY25" fmla="*/ 342928 h 1027097"/>
                <a:gd name="connsiteX26" fmla="*/ 154103 w 4323249"/>
                <a:gd name="connsiteY26" fmla="*/ 291265 h 1027097"/>
                <a:gd name="connsiteX27" fmla="*/ 841173 w 4323249"/>
                <a:gd name="connsiteY27" fmla="*/ 87430 h 1027097"/>
                <a:gd name="connsiteX28" fmla="*/ 1763193 w 4323249"/>
                <a:gd name="connsiteY28" fmla="*/ 1070 h 1027097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39168 w 4323249"/>
                <a:gd name="connsiteY23" fmla="*/ 413471 h 1058498"/>
                <a:gd name="connsiteX24" fmla="*/ 42545 w 4323249"/>
                <a:gd name="connsiteY24" fmla="*/ 382402 h 1058498"/>
                <a:gd name="connsiteX25" fmla="*/ 53793 w 4323249"/>
                <a:gd name="connsiteY25" fmla="*/ 374329 h 1058498"/>
                <a:gd name="connsiteX26" fmla="*/ 154103 w 4323249"/>
                <a:gd name="connsiteY26" fmla="*/ 322666 h 1058498"/>
                <a:gd name="connsiteX27" fmla="*/ 841173 w 4323249"/>
                <a:gd name="connsiteY27" fmla="*/ 118831 h 1058498"/>
                <a:gd name="connsiteX28" fmla="*/ 1848918 w 4323249"/>
                <a:gd name="connsiteY28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39168 w 4323249"/>
                <a:gd name="connsiteY23" fmla="*/ 413471 h 1058498"/>
                <a:gd name="connsiteX24" fmla="*/ 53793 w 4323249"/>
                <a:gd name="connsiteY24" fmla="*/ 374329 h 1058498"/>
                <a:gd name="connsiteX25" fmla="*/ 154103 w 4323249"/>
                <a:gd name="connsiteY25" fmla="*/ 322666 h 1058498"/>
                <a:gd name="connsiteX26" fmla="*/ 841173 w 4323249"/>
                <a:gd name="connsiteY26" fmla="*/ 118831 h 1058498"/>
                <a:gd name="connsiteX27" fmla="*/ 1848918 w 4323249"/>
                <a:gd name="connsiteY27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39168 w 4323249"/>
                <a:gd name="connsiteY23" fmla="*/ 413471 h 1058498"/>
                <a:gd name="connsiteX24" fmla="*/ 72843 w 4323249"/>
                <a:gd name="connsiteY24" fmla="*/ 364804 h 1058498"/>
                <a:gd name="connsiteX25" fmla="*/ 154103 w 4323249"/>
                <a:gd name="connsiteY25" fmla="*/ 322666 h 1058498"/>
                <a:gd name="connsiteX26" fmla="*/ 841173 w 4323249"/>
                <a:gd name="connsiteY26" fmla="*/ 118831 h 1058498"/>
                <a:gd name="connsiteX27" fmla="*/ 1848918 w 4323249"/>
                <a:gd name="connsiteY27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22499 w 4323249"/>
                <a:gd name="connsiteY23" fmla="*/ 406327 h 1058498"/>
                <a:gd name="connsiteX24" fmla="*/ 72843 w 4323249"/>
                <a:gd name="connsiteY24" fmla="*/ 364804 h 1058498"/>
                <a:gd name="connsiteX25" fmla="*/ 154103 w 4323249"/>
                <a:gd name="connsiteY25" fmla="*/ 322666 h 1058498"/>
                <a:gd name="connsiteX26" fmla="*/ 841173 w 4323249"/>
                <a:gd name="connsiteY26" fmla="*/ 118831 h 1058498"/>
                <a:gd name="connsiteX27" fmla="*/ 1848918 w 4323249"/>
                <a:gd name="connsiteY27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2499 w 4323249"/>
                <a:gd name="connsiteY22" fmla="*/ 406327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154103 w 4323249"/>
                <a:gd name="connsiteY23" fmla="*/ 322666 h 1058498"/>
                <a:gd name="connsiteX24" fmla="*/ 841173 w 4323249"/>
                <a:gd name="connsiteY24" fmla="*/ 118831 h 1058498"/>
                <a:gd name="connsiteX25" fmla="*/ 1848918 w 4323249"/>
                <a:gd name="connsiteY25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15853 h 1058498"/>
                <a:gd name="connsiteX23" fmla="*/ 154103 w 4323249"/>
                <a:gd name="connsiteY23" fmla="*/ 322666 h 1058498"/>
                <a:gd name="connsiteX24" fmla="*/ 841173 w 4323249"/>
                <a:gd name="connsiteY24" fmla="*/ 118831 h 1058498"/>
                <a:gd name="connsiteX25" fmla="*/ 1848918 w 4323249"/>
                <a:gd name="connsiteY25" fmla="*/ 721 h 1058498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75534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75534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75534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89822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89822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89822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95 h 1058472"/>
                <a:gd name="connsiteX1" fmla="*/ 3078278 w 4323249"/>
                <a:gd name="connsiteY1" fmla="*/ 171510 h 1058472"/>
                <a:gd name="connsiteX2" fmla="*/ 3849168 w 4323249"/>
                <a:gd name="connsiteY2" fmla="*/ 278825 h 1058472"/>
                <a:gd name="connsiteX3" fmla="*/ 4153333 w 4323249"/>
                <a:gd name="connsiteY3" fmla="*/ 278190 h 1058472"/>
                <a:gd name="connsiteX4" fmla="*/ 4309543 w 4323249"/>
                <a:gd name="connsiteY4" fmla="*/ 391221 h 1058472"/>
                <a:gd name="connsiteX5" fmla="*/ 4303193 w 4323249"/>
                <a:gd name="connsiteY5" fmla="*/ 577275 h 1058472"/>
                <a:gd name="connsiteX6" fmla="*/ 4152063 w 4323249"/>
                <a:gd name="connsiteY6" fmla="*/ 673160 h 1058472"/>
                <a:gd name="connsiteX7" fmla="*/ 3771698 w 4323249"/>
                <a:gd name="connsiteY7" fmla="*/ 659190 h 1058472"/>
                <a:gd name="connsiteX8" fmla="*/ 3154478 w 4323249"/>
                <a:gd name="connsiteY8" fmla="*/ 857310 h 1058472"/>
                <a:gd name="connsiteX9" fmla="*/ 2202613 w 4323249"/>
                <a:gd name="connsiteY9" fmla="*/ 1052890 h 1058472"/>
                <a:gd name="connsiteX10" fmla="*/ 872923 w 4323249"/>
                <a:gd name="connsiteY10" fmla="*/ 987485 h 1058472"/>
                <a:gd name="connsiteX11" fmla="*/ 218238 w 4323249"/>
                <a:gd name="connsiteY11" fmla="*/ 804605 h 1058472"/>
                <a:gd name="connsiteX12" fmla="*/ 113815 w 4323249"/>
                <a:gd name="connsiteY12" fmla="*/ 746270 h 1058472"/>
                <a:gd name="connsiteX13" fmla="*/ 45320 w 4323249"/>
                <a:gd name="connsiteY13" fmla="*/ 688876 h 1058472"/>
                <a:gd name="connsiteX14" fmla="*/ 4243 w 4323249"/>
                <a:gd name="connsiteY14" fmla="*/ 638870 h 1058472"/>
                <a:gd name="connsiteX15" fmla="*/ 10593 w 4323249"/>
                <a:gd name="connsiteY15" fmla="*/ 597595 h 1058472"/>
                <a:gd name="connsiteX16" fmla="*/ 61393 w 4323249"/>
                <a:gd name="connsiteY16" fmla="*/ 603945 h 1058472"/>
                <a:gd name="connsiteX17" fmla="*/ 178868 w 4323249"/>
                <a:gd name="connsiteY17" fmla="*/ 642045 h 1058472"/>
                <a:gd name="connsiteX18" fmla="*/ 293168 w 4323249"/>
                <a:gd name="connsiteY18" fmla="*/ 661095 h 1058472"/>
                <a:gd name="connsiteX19" fmla="*/ 258243 w 4323249"/>
                <a:gd name="connsiteY19" fmla="*/ 635695 h 1058472"/>
                <a:gd name="connsiteX20" fmla="*/ 140768 w 4323249"/>
                <a:gd name="connsiteY20" fmla="*/ 553145 h 1058472"/>
                <a:gd name="connsiteX21" fmla="*/ 58218 w 4323249"/>
                <a:gd name="connsiteY21" fmla="*/ 486470 h 1058472"/>
                <a:gd name="connsiteX22" fmla="*/ 20118 w 4323249"/>
                <a:gd name="connsiteY22" fmla="*/ 415827 h 1058472"/>
                <a:gd name="connsiteX23" fmla="*/ 194585 w 4323249"/>
                <a:gd name="connsiteY23" fmla="*/ 303590 h 1058472"/>
                <a:gd name="connsiteX24" fmla="*/ 841173 w 4323249"/>
                <a:gd name="connsiteY24" fmla="*/ 118805 h 1058472"/>
                <a:gd name="connsiteX25" fmla="*/ 1848918 w 4323249"/>
                <a:gd name="connsiteY25" fmla="*/ 695 h 105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323249" h="1058472">
                  <a:moveTo>
                    <a:pt x="1848918" y="695"/>
                  </a:moveTo>
                  <a:cubicBezTo>
                    <a:pt x="2221769" y="9479"/>
                    <a:pt x="2744903" y="125155"/>
                    <a:pt x="3078278" y="171510"/>
                  </a:cubicBezTo>
                  <a:cubicBezTo>
                    <a:pt x="3411653" y="217865"/>
                    <a:pt x="3669992" y="261045"/>
                    <a:pt x="3849168" y="278825"/>
                  </a:cubicBezTo>
                  <a:cubicBezTo>
                    <a:pt x="4028344" y="296605"/>
                    <a:pt x="4076604" y="259457"/>
                    <a:pt x="4153333" y="278190"/>
                  </a:cubicBezTo>
                  <a:cubicBezTo>
                    <a:pt x="4230062" y="296923"/>
                    <a:pt x="4290916" y="351428"/>
                    <a:pt x="4309543" y="391221"/>
                  </a:cubicBezTo>
                  <a:cubicBezTo>
                    <a:pt x="4328170" y="431014"/>
                    <a:pt x="4329440" y="530285"/>
                    <a:pt x="4303193" y="577275"/>
                  </a:cubicBezTo>
                  <a:cubicBezTo>
                    <a:pt x="4276946" y="624265"/>
                    <a:pt x="4240646" y="659507"/>
                    <a:pt x="4152063" y="673160"/>
                  </a:cubicBezTo>
                  <a:cubicBezTo>
                    <a:pt x="4063480" y="686813"/>
                    <a:pt x="3937962" y="628498"/>
                    <a:pt x="3771698" y="659190"/>
                  </a:cubicBezTo>
                  <a:cubicBezTo>
                    <a:pt x="3605434" y="689882"/>
                    <a:pt x="3415992" y="791693"/>
                    <a:pt x="3154478" y="857310"/>
                  </a:cubicBezTo>
                  <a:cubicBezTo>
                    <a:pt x="2892964" y="922927"/>
                    <a:pt x="2582872" y="1031194"/>
                    <a:pt x="2202613" y="1052890"/>
                  </a:cubicBezTo>
                  <a:cubicBezTo>
                    <a:pt x="1822354" y="1074586"/>
                    <a:pt x="1203652" y="1028866"/>
                    <a:pt x="872923" y="987485"/>
                  </a:cubicBezTo>
                  <a:cubicBezTo>
                    <a:pt x="542194" y="946104"/>
                    <a:pt x="363018" y="870645"/>
                    <a:pt x="218238" y="804605"/>
                  </a:cubicBezTo>
                  <a:cubicBezTo>
                    <a:pt x="182043" y="788095"/>
                    <a:pt x="146675" y="768152"/>
                    <a:pt x="113815" y="746270"/>
                  </a:cubicBezTo>
                  <a:lnTo>
                    <a:pt x="45320" y="688876"/>
                  </a:lnTo>
                  <a:cubicBezTo>
                    <a:pt x="28982" y="669297"/>
                    <a:pt x="8477" y="651570"/>
                    <a:pt x="4243" y="638870"/>
                  </a:cubicBezTo>
                  <a:cubicBezTo>
                    <a:pt x="-4224" y="613470"/>
                    <a:pt x="1068" y="603416"/>
                    <a:pt x="10593" y="597595"/>
                  </a:cubicBezTo>
                  <a:cubicBezTo>
                    <a:pt x="20118" y="591774"/>
                    <a:pt x="33347" y="596537"/>
                    <a:pt x="61393" y="603945"/>
                  </a:cubicBezTo>
                  <a:cubicBezTo>
                    <a:pt x="89439" y="611353"/>
                    <a:pt x="140239" y="632520"/>
                    <a:pt x="178868" y="642045"/>
                  </a:cubicBezTo>
                  <a:cubicBezTo>
                    <a:pt x="217497" y="651570"/>
                    <a:pt x="279939" y="662153"/>
                    <a:pt x="293168" y="661095"/>
                  </a:cubicBezTo>
                  <a:cubicBezTo>
                    <a:pt x="306397" y="660037"/>
                    <a:pt x="258243" y="635695"/>
                    <a:pt x="258243" y="635695"/>
                  </a:cubicBezTo>
                  <a:cubicBezTo>
                    <a:pt x="232843" y="617703"/>
                    <a:pt x="174105" y="578016"/>
                    <a:pt x="140768" y="553145"/>
                  </a:cubicBezTo>
                  <a:cubicBezTo>
                    <a:pt x="107431" y="528274"/>
                    <a:pt x="78326" y="509356"/>
                    <a:pt x="58218" y="486470"/>
                  </a:cubicBezTo>
                  <a:cubicBezTo>
                    <a:pt x="38110" y="463584"/>
                    <a:pt x="10063" y="446518"/>
                    <a:pt x="20118" y="415827"/>
                  </a:cubicBezTo>
                  <a:cubicBezTo>
                    <a:pt x="36099" y="388522"/>
                    <a:pt x="124419" y="336424"/>
                    <a:pt x="194585" y="303590"/>
                  </a:cubicBezTo>
                  <a:cubicBezTo>
                    <a:pt x="331427" y="244562"/>
                    <a:pt x="565451" y="169287"/>
                    <a:pt x="841173" y="118805"/>
                  </a:cubicBezTo>
                  <a:cubicBezTo>
                    <a:pt x="1116895" y="68323"/>
                    <a:pt x="1476067" y="-8089"/>
                    <a:pt x="1848918" y="69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28000">
                  <a:srgbClr val="F9DEA9"/>
                </a:gs>
                <a:gs pos="57000">
                  <a:srgbClr val="C49E86"/>
                </a:gs>
                <a:gs pos="73000">
                  <a:srgbClr val="C4AD6E"/>
                </a:gs>
                <a:gs pos="89000">
                  <a:srgbClr val="9D8645"/>
                </a:gs>
              </a:gsLst>
              <a:lin ang="1632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45DEA74-EB84-469F-ADAE-B57C1D373E9B}"/>
                </a:ext>
              </a:extLst>
            </p:cNvPr>
            <p:cNvSpPr/>
            <p:nvPr/>
          </p:nvSpPr>
          <p:spPr>
            <a:xfrm>
              <a:off x="4968875" y="4511784"/>
              <a:ext cx="688196" cy="220175"/>
            </a:xfrm>
            <a:custGeom>
              <a:avLst/>
              <a:gdLst>
                <a:gd name="connsiteX0" fmla="*/ 3175 w 688196"/>
                <a:gd name="connsiteY0" fmla="*/ 18941 h 220175"/>
                <a:gd name="connsiteX1" fmla="*/ 669925 w 688196"/>
                <a:gd name="connsiteY1" fmla="*/ 18941 h 220175"/>
                <a:gd name="connsiteX2" fmla="*/ 457200 w 688196"/>
                <a:gd name="connsiteY2" fmla="*/ 215791 h 220175"/>
                <a:gd name="connsiteX3" fmla="*/ 0 w 688196"/>
                <a:gd name="connsiteY3" fmla="*/ 136416 h 220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196" h="220175">
                  <a:moveTo>
                    <a:pt x="3175" y="18941"/>
                  </a:moveTo>
                  <a:cubicBezTo>
                    <a:pt x="298714" y="2537"/>
                    <a:pt x="594254" y="-13867"/>
                    <a:pt x="669925" y="18941"/>
                  </a:cubicBezTo>
                  <a:cubicBezTo>
                    <a:pt x="745596" y="51749"/>
                    <a:pt x="568854" y="196212"/>
                    <a:pt x="457200" y="215791"/>
                  </a:cubicBezTo>
                  <a:cubicBezTo>
                    <a:pt x="345546" y="235370"/>
                    <a:pt x="172773" y="185893"/>
                    <a:pt x="0" y="136416"/>
                  </a:cubicBezTo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76000">
                  <a:srgbClr val="FFCC67"/>
                </a:gs>
              </a:gsLst>
              <a:lin ang="16200000" scaled="0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6DC25AD1-9BD7-4A3C-BABE-0AF44C50C4FF}"/>
                </a:ext>
              </a:extLst>
            </p:cNvPr>
            <p:cNvSpPr/>
            <p:nvPr/>
          </p:nvSpPr>
          <p:spPr>
            <a:xfrm>
              <a:off x="5429250" y="4024312"/>
              <a:ext cx="209550" cy="404165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63A85E34-338F-49CC-A965-836A6B9165C5}"/>
                </a:ext>
              </a:extLst>
            </p:cNvPr>
            <p:cNvSpPr/>
            <p:nvPr/>
          </p:nvSpPr>
          <p:spPr>
            <a:xfrm>
              <a:off x="5774531" y="3990975"/>
              <a:ext cx="238529" cy="465458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FA81B1C4-FE44-4561-9858-574A3AAD1571}"/>
                </a:ext>
              </a:extLst>
            </p:cNvPr>
            <p:cNvSpPr/>
            <p:nvPr/>
          </p:nvSpPr>
          <p:spPr>
            <a:xfrm>
              <a:off x="6153172" y="4020502"/>
              <a:ext cx="200025" cy="432121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1C79D44E-E18B-4748-B783-EB1AF28480D0}"/>
                </a:ext>
              </a:extLst>
            </p:cNvPr>
            <p:cNvSpPr/>
            <p:nvPr/>
          </p:nvSpPr>
          <p:spPr>
            <a:xfrm>
              <a:off x="6472458" y="4038623"/>
              <a:ext cx="189038" cy="345394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C97D03E7-BE7D-4064-8A59-52C31D84FBDB}"/>
                </a:ext>
              </a:extLst>
            </p:cNvPr>
            <p:cNvSpPr/>
            <p:nvPr/>
          </p:nvSpPr>
          <p:spPr>
            <a:xfrm>
              <a:off x="7803356" y="4067503"/>
              <a:ext cx="240507" cy="231775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69624C67-AE11-42B7-8F0D-A488FAEBAF39}"/>
                </a:ext>
              </a:extLst>
            </p:cNvPr>
            <p:cNvSpPr/>
            <p:nvPr/>
          </p:nvSpPr>
          <p:spPr>
            <a:xfrm>
              <a:off x="7445639" y="4096452"/>
              <a:ext cx="219605" cy="204196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48504E8E-96E6-41FE-B22F-815922455479}"/>
                </a:ext>
              </a:extLst>
            </p:cNvPr>
            <p:cNvSpPr/>
            <p:nvPr/>
          </p:nvSpPr>
          <p:spPr>
            <a:xfrm>
              <a:off x="7165584" y="4090193"/>
              <a:ext cx="215285" cy="250032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21D1232D-741F-4137-BA73-E69F866BE684}"/>
                </a:ext>
              </a:extLst>
            </p:cNvPr>
            <p:cNvSpPr/>
            <p:nvPr/>
          </p:nvSpPr>
          <p:spPr>
            <a:xfrm>
              <a:off x="6826649" y="4072676"/>
              <a:ext cx="215285" cy="292429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81E91D92-1046-463B-A39E-EF02D0662AF0}"/>
                </a:ext>
              </a:extLst>
            </p:cNvPr>
            <p:cNvSpPr/>
            <p:nvPr/>
          </p:nvSpPr>
          <p:spPr>
            <a:xfrm>
              <a:off x="5143379" y="4036840"/>
              <a:ext cx="201593" cy="337298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1D106FB3-EBC4-4FD3-854C-53A2363C4810}"/>
                </a:ext>
              </a:extLst>
            </p:cNvPr>
            <p:cNvSpPr/>
            <p:nvPr/>
          </p:nvSpPr>
          <p:spPr>
            <a:xfrm>
              <a:off x="4926941" y="4036841"/>
              <a:ext cx="151166" cy="262438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E50FC33-F19E-4319-9BB4-D1CBD2DAAFFD}"/>
                </a:ext>
              </a:extLst>
            </p:cNvPr>
            <p:cNvSpPr/>
            <p:nvPr/>
          </p:nvSpPr>
          <p:spPr>
            <a:xfrm>
              <a:off x="3878782" y="3878481"/>
              <a:ext cx="1138926" cy="809013"/>
            </a:xfrm>
            <a:custGeom>
              <a:avLst/>
              <a:gdLst>
                <a:gd name="connsiteX0" fmla="*/ 700433 w 1138926"/>
                <a:gd name="connsiteY0" fmla="*/ 0 h 809013"/>
                <a:gd name="connsiteX1" fmla="*/ 740967 w 1138926"/>
                <a:gd name="connsiteY1" fmla="*/ 11813 h 809013"/>
                <a:gd name="connsiteX2" fmla="*/ 893242 w 1138926"/>
                <a:gd name="connsiteY2" fmla="*/ 60107 h 809013"/>
                <a:gd name="connsiteX3" fmla="*/ 985317 w 1138926"/>
                <a:gd name="connsiteY3" fmla="*/ 112494 h 809013"/>
                <a:gd name="connsiteX4" fmla="*/ 1105967 w 1138926"/>
                <a:gd name="connsiteY4" fmla="*/ 242669 h 809013"/>
                <a:gd name="connsiteX5" fmla="*/ 1131367 w 1138926"/>
                <a:gd name="connsiteY5" fmla="*/ 445869 h 809013"/>
                <a:gd name="connsiteX6" fmla="*/ 991667 w 1138926"/>
                <a:gd name="connsiteY6" fmla="*/ 706219 h 809013"/>
                <a:gd name="connsiteX7" fmla="*/ 853456 w 1138926"/>
                <a:gd name="connsiteY7" fmla="*/ 773192 h 809013"/>
                <a:gd name="connsiteX8" fmla="*/ 692588 w 1138926"/>
                <a:gd name="connsiteY8" fmla="*/ 809013 h 809013"/>
                <a:gd name="connsiteX9" fmla="*/ 651462 w 1138926"/>
                <a:gd name="connsiteY9" fmla="*/ 802190 h 809013"/>
                <a:gd name="connsiteX10" fmla="*/ 218238 w 1138926"/>
                <a:gd name="connsiteY10" fmla="*/ 656055 h 809013"/>
                <a:gd name="connsiteX11" fmla="*/ 113815 w 1138926"/>
                <a:gd name="connsiteY11" fmla="*/ 597720 h 809013"/>
                <a:gd name="connsiteX12" fmla="*/ 45320 w 1138926"/>
                <a:gd name="connsiteY12" fmla="*/ 540326 h 809013"/>
                <a:gd name="connsiteX13" fmla="*/ 4243 w 1138926"/>
                <a:gd name="connsiteY13" fmla="*/ 490320 h 809013"/>
                <a:gd name="connsiteX14" fmla="*/ 10593 w 1138926"/>
                <a:gd name="connsiteY14" fmla="*/ 449045 h 809013"/>
                <a:gd name="connsiteX15" fmla="*/ 61393 w 1138926"/>
                <a:gd name="connsiteY15" fmla="*/ 455395 h 809013"/>
                <a:gd name="connsiteX16" fmla="*/ 178868 w 1138926"/>
                <a:gd name="connsiteY16" fmla="*/ 493495 h 809013"/>
                <a:gd name="connsiteX17" fmla="*/ 293168 w 1138926"/>
                <a:gd name="connsiteY17" fmla="*/ 512545 h 809013"/>
                <a:gd name="connsiteX18" fmla="*/ 258243 w 1138926"/>
                <a:gd name="connsiteY18" fmla="*/ 487145 h 809013"/>
                <a:gd name="connsiteX19" fmla="*/ 140768 w 1138926"/>
                <a:gd name="connsiteY19" fmla="*/ 404595 h 809013"/>
                <a:gd name="connsiteX20" fmla="*/ 58218 w 1138926"/>
                <a:gd name="connsiteY20" fmla="*/ 337920 h 809013"/>
                <a:gd name="connsiteX21" fmla="*/ 20118 w 1138926"/>
                <a:gd name="connsiteY21" fmla="*/ 267277 h 809013"/>
                <a:gd name="connsiteX22" fmla="*/ 194585 w 1138926"/>
                <a:gd name="connsiteY22" fmla="*/ 155040 h 809013"/>
                <a:gd name="connsiteX23" fmla="*/ 643067 w 1138926"/>
                <a:gd name="connsiteY23" fmla="*/ 12124 h 809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38926" h="809013">
                  <a:moveTo>
                    <a:pt x="700433" y="0"/>
                  </a:moveTo>
                  <a:lnTo>
                    <a:pt x="740967" y="11813"/>
                  </a:lnTo>
                  <a:cubicBezTo>
                    <a:pt x="812495" y="32673"/>
                    <a:pt x="885966" y="54551"/>
                    <a:pt x="893242" y="60107"/>
                  </a:cubicBezTo>
                  <a:cubicBezTo>
                    <a:pt x="891588" y="61099"/>
                    <a:pt x="966532" y="90004"/>
                    <a:pt x="985317" y="112494"/>
                  </a:cubicBezTo>
                  <a:cubicBezTo>
                    <a:pt x="1033471" y="149800"/>
                    <a:pt x="1081625" y="187107"/>
                    <a:pt x="1105967" y="242669"/>
                  </a:cubicBezTo>
                  <a:cubicBezTo>
                    <a:pt x="1130309" y="298231"/>
                    <a:pt x="1150417" y="368611"/>
                    <a:pt x="1131367" y="445869"/>
                  </a:cubicBezTo>
                  <a:cubicBezTo>
                    <a:pt x="1112317" y="523127"/>
                    <a:pt x="1066279" y="645365"/>
                    <a:pt x="991667" y="706219"/>
                  </a:cubicBezTo>
                  <a:cubicBezTo>
                    <a:pt x="954361" y="736646"/>
                    <a:pt x="906538" y="757350"/>
                    <a:pt x="853456" y="773192"/>
                  </a:cubicBezTo>
                  <a:lnTo>
                    <a:pt x="692588" y="809013"/>
                  </a:lnTo>
                  <a:lnTo>
                    <a:pt x="651462" y="802190"/>
                  </a:lnTo>
                  <a:cubicBezTo>
                    <a:pt x="454756" y="760413"/>
                    <a:pt x="326823" y="705585"/>
                    <a:pt x="218238" y="656055"/>
                  </a:cubicBezTo>
                  <a:cubicBezTo>
                    <a:pt x="182043" y="639545"/>
                    <a:pt x="146675" y="619602"/>
                    <a:pt x="113815" y="597720"/>
                  </a:cubicBezTo>
                  <a:lnTo>
                    <a:pt x="45320" y="540326"/>
                  </a:lnTo>
                  <a:cubicBezTo>
                    <a:pt x="28982" y="520747"/>
                    <a:pt x="8477" y="503020"/>
                    <a:pt x="4243" y="490320"/>
                  </a:cubicBezTo>
                  <a:cubicBezTo>
                    <a:pt x="-4224" y="464920"/>
                    <a:pt x="1068" y="454866"/>
                    <a:pt x="10593" y="449045"/>
                  </a:cubicBezTo>
                  <a:cubicBezTo>
                    <a:pt x="20118" y="443224"/>
                    <a:pt x="33347" y="447987"/>
                    <a:pt x="61393" y="455395"/>
                  </a:cubicBezTo>
                  <a:cubicBezTo>
                    <a:pt x="89439" y="462803"/>
                    <a:pt x="140239" y="483970"/>
                    <a:pt x="178868" y="493495"/>
                  </a:cubicBezTo>
                  <a:cubicBezTo>
                    <a:pt x="217497" y="503020"/>
                    <a:pt x="279939" y="513603"/>
                    <a:pt x="293168" y="512545"/>
                  </a:cubicBezTo>
                  <a:cubicBezTo>
                    <a:pt x="306397" y="511487"/>
                    <a:pt x="258243" y="487145"/>
                    <a:pt x="258243" y="487145"/>
                  </a:cubicBezTo>
                  <a:cubicBezTo>
                    <a:pt x="232843" y="469153"/>
                    <a:pt x="174105" y="429466"/>
                    <a:pt x="140768" y="404595"/>
                  </a:cubicBezTo>
                  <a:cubicBezTo>
                    <a:pt x="107431" y="379724"/>
                    <a:pt x="78326" y="360806"/>
                    <a:pt x="58218" y="337920"/>
                  </a:cubicBezTo>
                  <a:cubicBezTo>
                    <a:pt x="38110" y="315034"/>
                    <a:pt x="10063" y="297968"/>
                    <a:pt x="20118" y="267277"/>
                  </a:cubicBezTo>
                  <a:cubicBezTo>
                    <a:pt x="36099" y="239972"/>
                    <a:pt x="124419" y="187874"/>
                    <a:pt x="194585" y="155040"/>
                  </a:cubicBezTo>
                  <a:cubicBezTo>
                    <a:pt x="297217" y="110769"/>
                    <a:pt x="454513" y="57359"/>
                    <a:pt x="643067" y="12124"/>
                  </a:cubicBezTo>
                  <a:close/>
                </a:path>
              </a:pathLst>
            </a:custGeom>
            <a:gradFill flip="none" rotWithShape="1">
              <a:gsLst>
                <a:gs pos="23000">
                  <a:schemeClr val="bg1">
                    <a:lumMod val="95000"/>
                  </a:schemeClr>
                </a:gs>
                <a:gs pos="47000">
                  <a:srgbClr val="F9DEA9"/>
                </a:gs>
                <a:gs pos="68000">
                  <a:srgbClr val="C4AD6E"/>
                </a:gs>
                <a:gs pos="89000">
                  <a:srgbClr val="9D8645"/>
                </a:gs>
              </a:gsLst>
              <a:lin ang="15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C049597-CF1C-4071-A93D-B6E4C6FF9D2E}"/>
                </a:ext>
              </a:extLst>
            </p:cNvPr>
            <p:cNvSpPr/>
            <p:nvPr/>
          </p:nvSpPr>
          <p:spPr>
            <a:xfrm>
              <a:off x="3990976" y="4210050"/>
              <a:ext cx="403790" cy="349447"/>
            </a:xfrm>
            <a:custGeom>
              <a:avLst/>
              <a:gdLst>
                <a:gd name="connsiteX0" fmla="*/ 180975 w 403439"/>
                <a:gd name="connsiteY0" fmla="*/ 187325 h 349419"/>
                <a:gd name="connsiteX1" fmla="*/ 390525 w 403439"/>
                <a:gd name="connsiteY1" fmla="*/ 349250 h 349419"/>
                <a:gd name="connsiteX2" fmla="*/ 358775 w 403439"/>
                <a:gd name="connsiteY2" fmla="*/ 215900 h 349419"/>
                <a:gd name="connsiteX3" fmla="*/ 177800 w 403439"/>
                <a:gd name="connsiteY3" fmla="*/ 101600 h 349419"/>
                <a:gd name="connsiteX4" fmla="*/ 0 w 403439"/>
                <a:gd name="connsiteY4" fmla="*/ 0 h 349419"/>
                <a:gd name="connsiteX0" fmla="*/ 176213 w 403790"/>
                <a:gd name="connsiteY0" fmla="*/ 184944 h 349447"/>
                <a:gd name="connsiteX1" fmla="*/ 390525 w 403790"/>
                <a:gd name="connsiteY1" fmla="*/ 349250 h 349447"/>
                <a:gd name="connsiteX2" fmla="*/ 358775 w 403790"/>
                <a:gd name="connsiteY2" fmla="*/ 215900 h 349447"/>
                <a:gd name="connsiteX3" fmla="*/ 177800 w 403790"/>
                <a:gd name="connsiteY3" fmla="*/ 101600 h 349447"/>
                <a:gd name="connsiteX4" fmla="*/ 0 w 403790"/>
                <a:gd name="connsiteY4" fmla="*/ 0 h 349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90" h="349447">
                  <a:moveTo>
                    <a:pt x="176213" y="184944"/>
                  </a:moveTo>
                  <a:cubicBezTo>
                    <a:pt x="266171" y="263525"/>
                    <a:pt x="360098" y="344091"/>
                    <a:pt x="390525" y="349250"/>
                  </a:cubicBezTo>
                  <a:cubicBezTo>
                    <a:pt x="420952" y="354409"/>
                    <a:pt x="394229" y="257175"/>
                    <a:pt x="358775" y="215900"/>
                  </a:cubicBezTo>
                  <a:cubicBezTo>
                    <a:pt x="323321" y="174625"/>
                    <a:pt x="237596" y="137583"/>
                    <a:pt x="177800" y="101600"/>
                  </a:cubicBezTo>
                  <a:cubicBezTo>
                    <a:pt x="118004" y="65617"/>
                    <a:pt x="59002" y="32808"/>
                    <a:pt x="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C0B46E1F-4632-4677-B0A6-D2494959733E}"/>
                </a:ext>
              </a:extLst>
            </p:cNvPr>
            <p:cNvSpPr/>
            <p:nvPr/>
          </p:nvSpPr>
          <p:spPr>
            <a:xfrm>
              <a:off x="4219466" y="4089602"/>
              <a:ext cx="235059" cy="231775"/>
            </a:xfrm>
            <a:prstGeom prst="ellipse">
              <a:avLst/>
            </a:prstGeom>
            <a:gradFill flip="none" rotWithShape="1">
              <a:gsLst>
                <a:gs pos="43000">
                  <a:schemeClr val="accent4">
                    <a:lumMod val="60000"/>
                    <a:lumOff val="4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9" name="Oval 22">
              <a:extLst>
                <a:ext uri="{FF2B5EF4-FFF2-40B4-BE49-F238E27FC236}">
                  <a16:creationId xmlns:a16="http://schemas.microsoft.com/office/drawing/2014/main" id="{1813202E-E964-4D8D-A381-B8940A44474D}"/>
                </a:ext>
              </a:extLst>
            </p:cNvPr>
            <p:cNvSpPr/>
            <p:nvPr/>
          </p:nvSpPr>
          <p:spPr>
            <a:xfrm>
              <a:off x="4255202" y="4145609"/>
              <a:ext cx="139212" cy="120162"/>
            </a:xfrm>
            <a:custGeom>
              <a:avLst/>
              <a:gdLst>
                <a:gd name="connsiteX0" fmla="*/ 0 w 120162"/>
                <a:gd name="connsiteY0" fmla="*/ 60081 h 120162"/>
                <a:gd name="connsiteX1" fmla="*/ 60081 w 120162"/>
                <a:gd name="connsiteY1" fmla="*/ 0 h 120162"/>
                <a:gd name="connsiteX2" fmla="*/ 120162 w 120162"/>
                <a:gd name="connsiteY2" fmla="*/ 60081 h 120162"/>
                <a:gd name="connsiteX3" fmla="*/ 60081 w 120162"/>
                <a:gd name="connsiteY3" fmla="*/ 120162 h 120162"/>
                <a:gd name="connsiteX4" fmla="*/ 0 w 120162"/>
                <a:gd name="connsiteY4" fmla="*/ 60081 h 120162"/>
                <a:gd name="connsiteX0" fmla="*/ 0 w 139212"/>
                <a:gd name="connsiteY0" fmla="*/ 60081 h 120162"/>
                <a:gd name="connsiteX1" fmla="*/ 79131 w 139212"/>
                <a:gd name="connsiteY1" fmla="*/ 0 h 120162"/>
                <a:gd name="connsiteX2" fmla="*/ 139212 w 139212"/>
                <a:gd name="connsiteY2" fmla="*/ 60081 h 120162"/>
                <a:gd name="connsiteX3" fmla="*/ 79131 w 139212"/>
                <a:gd name="connsiteY3" fmla="*/ 120162 h 120162"/>
                <a:gd name="connsiteX4" fmla="*/ 0 w 139212"/>
                <a:gd name="connsiteY4" fmla="*/ 60081 h 120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12" h="120162">
                  <a:moveTo>
                    <a:pt x="0" y="60081"/>
                  </a:moveTo>
                  <a:cubicBezTo>
                    <a:pt x="0" y="26899"/>
                    <a:pt x="55929" y="0"/>
                    <a:pt x="79131" y="0"/>
                  </a:cubicBezTo>
                  <a:cubicBezTo>
                    <a:pt x="102333" y="0"/>
                    <a:pt x="139212" y="26899"/>
                    <a:pt x="139212" y="60081"/>
                  </a:cubicBezTo>
                  <a:cubicBezTo>
                    <a:pt x="139212" y="93263"/>
                    <a:pt x="102333" y="120162"/>
                    <a:pt x="79131" y="120162"/>
                  </a:cubicBezTo>
                  <a:cubicBezTo>
                    <a:pt x="55929" y="120162"/>
                    <a:pt x="0" y="93263"/>
                    <a:pt x="0" y="60081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D0BD29FE-F993-47BD-8E34-192187AAD642}"/>
                </a:ext>
              </a:extLst>
            </p:cNvPr>
            <p:cNvSpPr/>
            <p:nvPr/>
          </p:nvSpPr>
          <p:spPr>
            <a:xfrm>
              <a:off x="3878782" y="3729930"/>
              <a:ext cx="4323249" cy="1058472"/>
            </a:xfrm>
            <a:custGeom>
              <a:avLst/>
              <a:gdLst>
                <a:gd name="connsiteX0" fmla="*/ 1763193 w 4323249"/>
                <a:gd name="connsiteY0" fmla="*/ 1070 h 1027097"/>
                <a:gd name="connsiteX1" fmla="*/ 3078278 w 4323249"/>
                <a:gd name="connsiteY1" fmla="*/ 140135 h 1027097"/>
                <a:gd name="connsiteX2" fmla="*/ 3849168 w 4323249"/>
                <a:gd name="connsiteY2" fmla="*/ 247450 h 1027097"/>
                <a:gd name="connsiteX3" fmla="*/ 4153333 w 4323249"/>
                <a:gd name="connsiteY3" fmla="*/ 246815 h 1027097"/>
                <a:gd name="connsiteX4" fmla="*/ 4309543 w 4323249"/>
                <a:gd name="connsiteY4" fmla="*/ 359846 h 1027097"/>
                <a:gd name="connsiteX5" fmla="*/ 4303193 w 4323249"/>
                <a:gd name="connsiteY5" fmla="*/ 545900 h 1027097"/>
                <a:gd name="connsiteX6" fmla="*/ 4152063 w 4323249"/>
                <a:gd name="connsiteY6" fmla="*/ 641785 h 1027097"/>
                <a:gd name="connsiteX7" fmla="*/ 3771698 w 4323249"/>
                <a:gd name="connsiteY7" fmla="*/ 627815 h 1027097"/>
                <a:gd name="connsiteX8" fmla="*/ 3154478 w 4323249"/>
                <a:gd name="connsiteY8" fmla="*/ 825935 h 1027097"/>
                <a:gd name="connsiteX9" fmla="*/ 2202613 w 4323249"/>
                <a:gd name="connsiteY9" fmla="*/ 1021515 h 1027097"/>
                <a:gd name="connsiteX10" fmla="*/ 872923 w 4323249"/>
                <a:gd name="connsiteY10" fmla="*/ 956110 h 1027097"/>
                <a:gd name="connsiteX11" fmla="*/ 218238 w 4323249"/>
                <a:gd name="connsiteY11" fmla="*/ 773230 h 1027097"/>
                <a:gd name="connsiteX12" fmla="*/ 113815 w 4323249"/>
                <a:gd name="connsiteY12" fmla="*/ 714895 h 1027097"/>
                <a:gd name="connsiteX13" fmla="*/ 49857 w 4323249"/>
                <a:gd name="connsiteY13" fmla="*/ 664818 h 1027097"/>
                <a:gd name="connsiteX14" fmla="*/ 45320 w 4323249"/>
                <a:gd name="connsiteY14" fmla="*/ 657501 h 1027097"/>
                <a:gd name="connsiteX15" fmla="*/ 4243 w 4323249"/>
                <a:gd name="connsiteY15" fmla="*/ 607495 h 1027097"/>
                <a:gd name="connsiteX16" fmla="*/ 10593 w 4323249"/>
                <a:gd name="connsiteY16" fmla="*/ 566220 h 1027097"/>
                <a:gd name="connsiteX17" fmla="*/ 61393 w 4323249"/>
                <a:gd name="connsiteY17" fmla="*/ 572570 h 1027097"/>
                <a:gd name="connsiteX18" fmla="*/ 178868 w 4323249"/>
                <a:gd name="connsiteY18" fmla="*/ 610670 h 1027097"/>
                <a:gd name="connsiteX19" fmla="*/ 293168 w 4323249"/>
                <a:gd name="connsiteY19" fmla="*/ 629720 h 1027097"/>
                <a:gd name="connsiteX20" fmla="*/ 258243 w 4323249"/>
                <a:gd name="connsiteY20" fmla="*/ 604320 h 1027097"/>
                <a:gd name="connsiteX21" fmla="*/ 140768 w 4323249"/>
                <a:gd name="connsiteY21" fmla="*/ 521770 h 1027097"/>
                <a:gd name="connsiteX22" fmla="*/ 58218 w 4323249"/>
                <a:gd name="connsiteY22" fmla="*/ 455095 h 1027097"/>
                <a:gd name="connsiteX23" fmla="*/ 39168 w 4323249"/>
                <a:gd name="connsiteY23" fmla="*/ 382070 h 1027097"/>
                <a:gd name="connsiteX24" fmla="*/ 42545 w 4323249"/>
                <a:gd name="connsiteY24" fmla="*/ 351001 h 1027097"/>
                <a:gd name="connsiteX25" fmla="*/ 53793 w 4323249"/>
                <a:gd name="connsiteY25" fmla="*/ 342928 h 1027097"/>
                <a:gd name="connsiteX26" fmla="*/ 154103 w 4323249"/>
                <a:gd name="connsiteY26" fmla="*/ 291265 h 1027097"/>
                <a:gd name="connsiteX27" fmla="*/ 841173 w 4323249"/>
                <a:gd name="connsiteY27" fmla="*/ 87430 h 1027097"/>
                <a:gd name="connsiteX28" fmla="*/ 1763193 w 4323249"/>
                <a:gd name="connsiteY28" fmla="*/ 1070 h 1027097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39168 w 4323249"/>
                <a:gd name="connsiteY23" fmla="*/ 413471 h 1058498"/>
                <a:gd name="connsiteX24" fmla="*/ 42545 w 4323249"/>
                <a:gd name="connsiteY24" fmla="*/ 382402 h 1058498"/>
                <a:gd name="connsiteX25" fmla="*/ 53793 w 4323249"/>
                <a:gd name="connsiteY25" fmla="*/ 374329 h 1058498"/>
                <a:gd name="connsiteX26" fmla="*/ 154103 w 4323249"/>
                <a:gd name="connsiteY26" fmla="*/ 322666 h 1058498"/>
                <a:gd name="connsiteX27" fmla="*/ 841173 w 4323249"/>
                <a:gd name="connsiteY27" fmla="*/ 118831 h 1058498"/>
                <a:gd name="connsiteX28" fmla="*/ 1848918 w 4323249"/>
                <a:gd name="connsiteY28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39168 w 4323249"/>
                <a:gd name="connsiteY23" fmla="*/ 413471 h 1058498"/>
                <a:gd name="connsiteX24" fmla="*/ 53793 w 4323249"/>
                <a:gd name="connsiteY24" fmla="*/ 374329 h 1058498"/>
                <a:gd name="connsiteX25" fmla="*/ 154103 w 4323249"/>
                <a:gd name="connsiteY25" fmla="*/ 322666 h 1058498"/>
                <a:gd name="connsiteX26" fmla="*/ 841173 w 4323249"/>
                <a:gd name="connsiteY26" fmla="*/ 118831 h 1058498"/>
                <a:gd name="connsiteX27" fmla="*/ 1848918 w 4323249"/>
                <a:gd name="connsiteY27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39168 w 4323249"/>
                <a:gd name="connsiteY23" fmla="*/ 413471 h 1058498"/>
                <a:gd name="connsiteX24" fmla="*/ 72843 w 4323249"/>
                <a:gd name="connsiteY24" fmla="*/ 364804 h 1058498"/>
                <a:gd name="connsiteX25" fmla="*/ 154103 w 4323249"/>
                <a:gd name="connsiteY25" fmla="*/ 322666 h 1058498"/>
                <a:gd name="connsiteX26" fmla="*/ 841173 w 4323249"/>
                <a:gd name="connsiteY26" fmla="*/ 118831 h 1058498"/>
                <a:gd name="connsiteX27" fmla="*/ 1848918 w 4323249"/>
                <a:gd name="connsiteY27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22499 w 4323249"/>
                <a:gd name="connsiteY23" fmla="*/ 406327 h 1058498"/>
                <a:gd name="connsiteX24" fmla="*/ 72843 w 4323249"/>
                <a:gd name="connsiteY24" fmla="*/ 364804 h 1058498"/>
                <a:gd name="connsiteX25" fmla="*/ 154103 w 4323249"/>
                <a:gd name="connsiteY25" fmla="*/ 322666 h 1058498"/>
                <a:gd name="connsiteX26" fmla="*/ 841173 w 4323249"/>
                <a:gd name="connsiteY26" fmla="*/ 118831 h 1058498"/>
                <a:gd name="connsiteX27" fmla="*/ 1848918 w 4323249"/>
                <a:gd name="connsiteY27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2499 w 4323249"/>
                <a:gd name="connsiteY22" fmla="*/ 406327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154103 w 4323249"/>
                <a:gd name="connsiteY23" fmla="*/ 322666 h 1058498"/>
                <a:gd name="connsiteX24" fmla="*/ 841173 w 4323249"/>
                <a:gd name="connsiteY24" fmla="*/ 118831 h 1058498"/>
                <a:gd name="connsiteX25" fmla="*/ 1848918 w 4323249"/>
                <a:gd name="connsiteY25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15853 h 1058498"/>
                <a:gd name="connsiteX23" fmla="*/ 154103 w 4323249"/>
                <a:gd name="connsiteY23" fmla="*/ 322666 h 1058498"/>
                <a:gd name="connsiteX24" fmla="*/ 841173 w 4323249"/>
                <a:gd name="connsiteY24" fmla="*/ 118831 h 1058498"/>
                <a:gd name="connsiteX25" fmla="*/ 1848918 w 4323249"/>
                <a:gd name="connsiteY25" fmla="*/ 721 h 1058498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75534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75534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75534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89822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89822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89822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95 h 1058472"/>
                <a:gd name="connsiteX1" fmla="*/ 3078278 w 4323249"/>
                <a:gd name="connsiteY1" fmla="*/ 171510 h 1058472"/>
                <a:gd name="connsiteX2" fmla="*/ 3849168 w 4323249"/>
                <a:gd name="connsiteY2" fmla="*/ 278825 h 1058472"/>
                <a:gd name="connsiteX3" fmla="*/ 4153333 w 4323249"/>
                <a:gd name="connsiteY3" fmla="*/ 278190 h 1058472"/>
                <a:gd name="connsiteX4" fmla="*/ 4309543 w 4323249"/>
                <a:gd name="connsiteY4" fmla="*/ 391221 h 1058472"/>
                <a:gd name="connsiteX5" fmla="*/ 4303193 w 4323249"/>
                <a:gd name="connsiteY5" fmla="*/ 577275 h 1058472"/>
                <a:gd name="connsiteX6" fmla="*/ 4152063 w 4323249"/>
                <a:gd name="connsiteY6" fmla="*/ 673160 h 1058472"/>
                <a:gd name="connsiteX7" fmla="*/ 3771698 w 4323249"/>
                <a:gd name="connsiteY7" fmla="*/ 659190 h 1058472"/>
                <a:gd name="connsiteX8" fmla="*/ 3154478 w 4323249"/>
                <a:gd name="connsiteY8" fmla="*/ 857310 h 1058472"/>
                <a:gd name="connsiteX9" fmla="*/ 2202613 w 4323249"/>
                <a:gd name="connsiteY9" fmla="*/ 1052890 h 1058472"/>
                <a:gd name="connsiteX10" fmla="*/ 872923 w 4323249"/>
                <a:gd name="connsiteY10" fmla="*/ 987485 h 1058472"/>
                <a:gd name="connsiteX11" fmla="*/ 218238 w 4323249"/>
                <a:gd name="connsiteY11" fmla="*/ 804605 h 1058472"/>
                <a:gd name="connsiteX12" fmla="*/ 113815 w 4323249"/>
                <a:gd name="connsiteY12" fmla="*/ 746270 h 1058472"/>
                <a:gd name="connsiteX13" fmla="*/ 45320 w 4323249"/>
                <a:gd name="connsiteY13" fmla="*/ 688876 h 1058472"/>
                <a:gd name="connsiteX14" fmla="*/ 4243 w 4323249"/>
                <a:gd name="connsiteY14" fmla="*/ 638870 h 1058472"/>
                <a:gd name="connsiteX15" fmla="*/ 10593 w 4323249"/>
                <a:gd name="connsiteY15" fmla="*/ 597595 h 1058472"/>
                <a:gd name="connsiteX16" fmla="*/ 61393 w 4323249"/>
                <a:gd name="connsiteY16" fmla="*/ 603945 h 1058472"/>
                <a:gd name="connsiteX17" fmla="*/ 178868 w 4323249"/>
                <a:gd name="connsiteY17" fmla="*/ 642045 h 1058472"/>
                <a:gd name="connsiteX18" fmla="*/ 293168 w 4323249"/>
                <a:gd name="connsiteY18" fmla="*/ 661095 h 1058472"/>
                <a:gd name="connsiteX19" fmla="*/ 258243 w 4323249"/>
                <a:gd name="connsiteY19" fmla="*/ 635695 h 1058472"/>
                <a:gd name="connsiteX20" fmla="*/ 140768 w 4323249"/>
                <a:gd name="connsiteY20" fmla="*/ 553145 h 1058472"/>
                <a:gd name="connsiteX21" fmla="*/ 58218 w 4323249"/>
                <a:gd name="connsiteY21" fmla="*/ 486470 h 1058472"/>
                <a:gd name="connsiteX22" fmla="*/ 20118 w 4323249"/>
                <a:gd name="connsiteY22" fmla="*/ 415827 h 1058472"/>
                <a:gd name="connsiteX23" fmla="*/ 194585 w 4323249"/>
                <a:gd name="connsiteY23" fmla="*/ 303590 h 1058472"/>
                <a:gd name="connsiteX24" fmla="*/ 841173 w 4323249"/>
                <a:gd name="connsiteY24" fmla="*/ 118805 h 1058472"/>
                <a:gd name="connsiteX25" fmla="*/ 1848918 w 4323249"/>
                <a:gd name="connsiteY25" fmla="*/ 695 h 105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323249" h="1058472">
                  <a:moveTo>
                    <a:pt x="1848918" y="695"/>
                  </a:moveTo>
                  <a:cubicBezTo>
                    <a:pt x="2221769" y="9479"/>
                    <a:pt x="2744903" y="125155"/>
                    <a:pt x="3078278" y="171510"/>
                  </a:cubicBezTo>
                  <a:cubicBezTo>
                    <a:pt x="3411653" y="217865"/>
                    <a:pt x="3669992" y="261045"/>
                    <a:pt x="3849168" y="278825"/>
                  </a:cubicBezTo>
                  <a:cubicBezTo>
                    <a:pt x="4028344" y="296605"/>
                    <a:pt x="4076604" y="259457"/>
                    <a:pt x="4153333" y="278190"/>
                  </a:cubicBezTo>
                  <a:cubicBezTo>
                    <a:pt x="4230062" y="296923"/>
                    <a:pt x="4290916" y="351428"/>
                    <a:pt x="4309543" y="391221"/>
                  </a:cubicBezTo>
                  <a:cubicBezTo>
                    <a:pt x="4328170" y="431014"/>
                    <a:pt x="4329440" y="530285"/>
                    <a:pt x="4303193" y="577275"/>
                  </a:cubicBezTo>
                  <a:cubicBezTo>
                    <a:pt x="4276946" y="624265"/>
                    <a:pt x="4240646" y="659507"/>
                    <a:pt x="4152063" y="673160"/>
                  </a:cubicBezTo>
                  <a:cubicBezTo>
                    <a:pt x="4063480" y="686813"/>
                    <a:pt x="3937962" y="628498"/>
                    <a:pt x="3771698" y="659190"/>
                  </a:cubicBezTo>
                  <a:cubicBezTo>
                    <a:pt x="3605434" y="689882"/>
                    <a:pt x="3415992" y="791693"/>
                    <a:pt x="3154478" y="857310"/>
                  </a:cubicBezTo>
                  <a:cubicBezTo>
                    <a:pt x="2892964" y="922927"/>
                    <a:pt x="2582872" y="1031194"/>
                    <a:pt x="2202613" y="1052890"/>
                  </a:cubicBezTo>
                  <a:cubicBezTo>
                    <a:pt x="1822354" y="1074586"/>
                    <a:pt x="1203652" y="1028866"/>
                    <a:pt x="872923" y="987485"/>
                  </a:cubicBezTo>
                  <a:cubicBezTo>
                    <a:pt x="542194" y="946104"/>
                    <a:pt x="363018" y="870645"/>
                    <a:pt x="218238" y="804605"/>
                  </a:cubicBezTo>
                  <a:cubicBezTo>
                    <a:pt x="182043" y="788095"/>
                    <a:pt x="146675" y="768152"/>
                    <a:pt x="113815" y="746270"/>
                  </a:cubicBezTo>
                  <a:lnTo>
                    <a:pt x="45320" y="688876"/>
                  </a:lnTo>
                  <a:cubicBezTo>
                    <a:pt x="28982" y="669297"/>
                    <a:pt x="8477" y="651570"/>
                    <a:pt x="4243" y="638870"/>
                  </a:cubicBezTo>
                  <a:cubicBezTo>
                    <a:pt x="-4224" y="613470"/>
                    <a:pt x="1068" y="603416"/>
                    <a:pt x="10593" y="597595"/>
                  </a:cubicBezTo>
                  <a:cubicBezTo>
                    <a:pt x="20118" y="591774"/>
                    <a:pt x="33347" y="596537"/>
                    <a:pt x="61393" y="603945"/>
                  </a:cubicBezTo>
                  <a:cubicBezTo>
                    <a:pt x="89439" y="611353"/>
                    <a:pt x="140239" y="632520"/>
                    <a:pt x="178868" y="642045"/>
                  </a:cubicBezTo>
                  <a:cubicBezTo>
                    <a:pt x="217497" y="651570"/>
                    <a:pt x="279939" y="662153"/>
                    <a:pt x="293168" y="661095"/>
                  </a:cubicBezTo>
                  <a:cubicBezTo>
                    <a:pt x="306397" y="660037"/>
                    <a:pt x="258243" y="635695"/>
                    <a:pt x="258243" y="635695"/>
                  </a:cubicBezTo>
                  <a:cubicBezTo>
                    <a:pt x="232843" y="617703"/>
                    <a:pt x="174105" y="578016"/>
                    <a:pt x="140768" y="553145"/>
                  </a:cubicBezTo>
                  <a:cubicBezTo>
                    <a:pt x="107431" y="528274"/>
                    <a:pt x="78326" y="509356"/>
                    <a:pt x="58218" y="486470"/>
                  </a:cubicBezTo>
                  <a:cubicBezTo>
                    <a:pt x="38110" y="463584"/>
                    <a:pt x="10063" y="446518"/>
                    <a:pt x="20118" y="415827"/>
                  </a:cubicBezTo>
                  <a:cubicBezTo>
                    <a:pt x="36099" y="388522"/>
                    <a:pt x="124419" y="336424"/>
                    <a:pt x="194585" y="303590"/>
                  </a:cubicBezTo>
                  <a:cubicBezTo>
                    <a:pt x="331427" y="244562"/>
                    <a:pt x="565451" y="169287"/>
                    <a:pt x="841173" y="118805"/>
                  </a:cubicBezTo>
                  <a:cubicBezTo>
                    <a:pt x="1116895" y="68323"/>
                    <a:pt x="1476067" y="-8089"/>
                    <a:pt x="1848918" y="695"/>
                  </a:cubicBezTo>
                  <a:close/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F85FB32C-59B4-446F-8C6F-48AF5AB5CB0D}"/>
                </a:ext>
              </a:extLst>
            </p:cNvPr>
            <p:cNvSpPr/>
            <p:nvPr/>
          </p:nvSpPr>
          <p:spPr>
            <a:xfrm>
              <a:off x="4565169" y="3990975"/>
              <a:ext cx="452539" cy="696519"/>
            </a:xfrm>
            <a:custGeom>
              <a:avLst/>
              <a:gdLst>
                <a:gd name="connsiteX0" fmla="*/ 0 w 455234"/>
                <a:gd name="connsiteY0" fmla="*/ 698500 h 698500"/>
                <a:gd name="connsiteX1" fmla="*/ 307975 w 455234"/>
                <a:gd name="connsiteY1" fmla="*/ 593725 h 698500"/>
                <a:gd name="connsiteX2" fmla="*/ 447675 w 455234"/>
                <a:gd name="connsiteY2" fmla="*/ 333375 h 698500"/>
                <a:gd name="connsiteX3" fmla="*/ 422275 w 455234"/>
                <a:gd name="connsiteY3" fmla="*/ 130175 h 698500"/>
                <a:gd name="connsiteX4" fmla="*/ 301625 w 455234"/>
                <a:gd name="connsiteY4" fmla="*/ 0 h 69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234" h="698500">
                  <a:moveTo>
                    <a:pt x="0" y="698500"/>
                  </a:moveTo>
                  <a:cubicBezTo>
                    <a:pt x="116681" y="676539"/>
                    <a:pt x="233363" y="654579"/>
                    <a:pt x="307975" y="593725"/>
                  </a:cubicBezTo>
                  <a:cubicBezTo>
                    <a:pt x="382587" y="532871"/>
                    <a:pt x="428625" y="410633"/>
                    <a:pt x="447675" y="333375"/>
                  </a:cubicBezTo>
                  <a:cubicBezTo>
                    <a:pt x="466725" y="256117"/>
                    <a:pt x="446617" y="185737"/>
                    <a:pt x="422275" y="130175"/>
                  </a:cubicBezTo>
                  <a:cubicBezTo>
                    <a:pt x="397933" y="74613"/>
                    <a:pt x="349779" y="37306"/>
                    <a:pt x="301625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A284A4C5-2F7D-4437-A02F-9CD9B5D8DCE6}"/>
                </a:ext>
              </a:extLst>
            </p:cNvPr>
            <p:cNvSpPr/>
            <p:nvPr/>
          </p:nvSpPr>
          <p:spPr>
            <a:xfrm>
              <a:off x="4593431" y="4157663"/>
              <a:ext cx="181954" cy="426243"/>
            </a:xfrm>
            <a:custGeom>
              <a:avLst/>
              <a:gdLst>
                <a:gd name="connsiteX0" fmla="*/ 0 w 181954"/>
                <a:gd name="connsiteY0" fmla="*/ 426243 h 426243"/>
                <a:gd name="connsiteX1" fmla="*/ 140494 w 181954"/>
                <a:gd name="connsiteY1" fmla="*/ 352425 h 426243"/>
                <a:gd name="connsiteX2" fmla="*/ 180975 w 181954"/>
                <a:gd name="connsiteY2" fmla="*/ 154781 h 426243"/>
                <a:gd name="connsiteX3" fmla="*/ 109538 w 181954"/>
                <a:gd name="connsiteY3" fmla="*/ 0 h 42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954" h="426243">
                  <a:moveTo>
                    <a:pt x="0" y="426243"/>
                  </a:moveTo>
                  <a:cubicBezTo>
                    <a:pt x="55166" y="411956"/>
                    <a:pt x="110332" y="397669"/>
                    <a:pt x="140494" y="352425"/>
                  </a:cubicBezTo>
                  <a:cubicBezTo>
                    <a:pt x="170656" y="307181"/>
                    <a:pt x="186134" y="213518"/>
                    <a:pt x="180975" y="154781"/>
                  </a:cubicBezTo>
                  <a:cubicBezTo>
                    <a:pt x="175816" y="96043"/>
                    <a:pt x="142677" y="48021"/>
                    <a:pt x="109538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3299F59-0622-476B-A2BD-60072A968FC9}"/>
                </a:ext>
              </a:extLst>
            </p:cNvPr>
            <p:cNvSpPr/>
            <p:nvPr/>
          </p:nvSpPr>
          <p:spPr>
            <a:xfrm>
              <a:off x="6105525" y="4692617"/>
              <a:ext cx="437571" cy="403270"/>
            </a:xfrm>
            <a:custGeom>
              <a:avLst/>
              <a:gdLst>
                <a:gd name="connsiteX0" fmla="*/ 0 w 437571"/>
                <a:gd name="connsiteY0" fmla="*/ 54008 h 403270"/>
                <a:gd name="connsiteX1" fmla="*/ 361950 w 437571"/>
                <a:gd name="connsiteY1" fmla="*/ 403258 h 403270"/>
                <a:gd name="connsiteX2" fmla="*/ 415925 w 437571"/>
                <a:gd name="connsiteY2" fmla="*/ 66708 h 403270"/>
                <a:gd name="connsiteX3" fmla="*/ 88900 w 437571"/>
                <a:gd name="connsiteY3" fmla="*/ 33 h 403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571" h="403270">
                  <a:moveTo>
                    <a:pt x="0" y="54008"/>
                  </a:moveTo>
                  <a:cubicBezTo>
                    <a:pt x="146314" y="227574"/>
                    <a:pt x="292629" y="401141"/>
                    <a:pt x="361950" y="403258"/>
                  </a:cubicBezTo>
                  <a:cubicBezTo>
                    <a:pt x="431271" y="405375"/>
                    <a:pt x="461433" y="133912"/>
                    <a:pt x="415925" y="66708"/>
                  </a:cubicBezTo>
                  <a:cubicBezTo>
                    <a:pt x="370417" y="-496"/>
                    <a:pt x="229658" y="-232"/>
                    <a:pt x="88900" y="33"/>
                  </a:cubicBezTo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81000">
                  <a:srgbClr val="FFCC67"/>
                </a:gs>
              </a:gsLst>
              <a:lin ang="10200000" scaled="0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7D3AB805-294E-4D84-8D47-94469DF45692}"/>
                </a:ext>
              </a:extLst>
            </p:cNvPr>
            <p:cNvSpPr/>
            <p:nvPr/>
          </p:nvSpPr>
          <p:spPr>
            <a:xfrm>
              <a:off x="5010150" y="4157663"/>
              <a:ext cx="3171825" cy="71460"/>
            </a:xfrm>
            <a:custGeom>
              <a:avLst/>
              <a:gdLst>
                <a:gd name="connsiteX0" fmla="*/ 0 w 3171825"/>
                <a:gd name="connsiteY0" fmla="*/ 0 h 71460"/>
                <a:gd name="connsiteX1" fmla="*/ 919163 w 3171825"/>
                <a:gd name="connsiteY1" fmla="*/ 28575 h 71460"/>
                <a:gd name="connsiteX2" fmla="*/ 2226469 w 3171825"/>
                <a:gd name="connsiteY2" fmla="*/ 71437 h 71460"/>
                <a:gd name="connsiteX3" fmla="*/ 3171825 w 3171825"/>
                <a:gd name="connsiteY3" fmla="*/ 33337 h 7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1825" h="71460">
                  <a:moveTo>
                    <a:pt x="0" y="0"/>
                  </a:moveTo>
                  <a:lnTo>
                    <a:pt x="919163" y="28575"/>
                  </a:lnTo>
                  <a:cubicBezTo>
                    <a:pt x="1290241" y="40481"/>
                    <a:pt x="1851025" y="70643"/>
                    <a:pt x="2226469" y="71437"/>
                  </a:cubicBezTo>
                  <a:cubicBezTo>
                    <a:pt x="2601913" y="72231"/>
                    <a:pt x="2886869" y="52784"/>
                    <a:pt x="3171825" y="33337"/>
                  </a:cubicBezTo>
                </a:path>
              </a:pathLst>
            </a:custGeom>
            <a:noFill/>
            <a:ln w="3175">
              <a:solidFill>
                <a:srgbClr val="E7C9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A17C4074-1A64-4D60-ABA1-1433CC8B07D1}"/>
                </a:ext>
              </a:extLst>
            </p:cNvPr>
            <p:cNvSpPr/>
            <p:nvPr/>
          </p:nvSpPr>
          <p:spPr>
            <a:xfrm>
              <a:off x="5329352" y="3870429"/>
              <a:ext cx="121040" cy="161837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26463FC5-65FB-4597-83CC-415DBA8207B4}"/>
                </a:ext>
              </a:extLst>
            </p:cNvPr>
            <p:cNvSpPr/>
            <p:nvPr/>
          </p:nvSpPr>
          <p:spPr>
            <a:xfrm>
              <a:off x="5083293" y="3905611"/>
              <a:ext cx="90117" cy="105395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BF81E53D-C7D9-48FC-A196-F4B8CE20F7EA}"/>
                </a:ext>
              </a:extLst>
            </p:cNvPr>
            <p:cNvSpPr/>
            <p:nvPr/>
          </p:nvSpPr>
          <p:spPr>
            <a:xfrm>
              <a:off x="5625947" y="3838585"/>
              <a:ext cx="133258" cy="167784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04F47FEB-D5C3-4558-9979-0277EB1B8C31}"/>
                </a:ext>
              </a:extLst>
            </p:cNvPr>
            <p:cNvSpPr/>
            <p:nvPr/>
          </p:nvSpPr>
          <p:spPr>
            <a:xfrm>
              <a:off x="6029007" y="3870238"/>
              <a:ext cx="133258" cy="176323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83E51FB8-9862-4175-AAF7-5F0FE23D9758}"/>
                </a:ext>
              </a:extLst>
            </p:cNvPr>
            <p:cNvSpPr/>
            <p:nvPr/>
          </p:nvSpPr>
          <p:spPr>
            <a:xfrm>
              <a:off x="6378138" y="3913210"/>
              <a:ext cx="99224" cy="133351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0387E9A7-2E63-42AD-A00C-6555D5757D02}"/>
                </a:ext>
              </a:extLst>
            </p:cNvPr>
            <p:cNvSpPr/>
            <p:nvPr/>
          </p:nvSpPr>
          <p:spPr>
            <a:xfrm>
              <a:off x="6707413" y="3971676"/>
              <a:ext cx="99224" cy="113492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CD8DFE96-6564-4B74-BDE2-2EB68B2902C8}"/>
                </a:ext>
              </a:extLst>
            </p:cNvPr>
            <p:cNvSpPr/>
            <p:nvPr/>
          </p:nvSpPr>
          <p:spPr>
            <a:xfrm>
              <a:off x="7061378" y="4002769"/>
              <a:ext cx="90528" cy="111102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8986A04A-F56E-4A9B-BA7E-1380899129D0}"/>
                </a:ext>
              </a:extLst>
            </p:cNvPr>
            <p:cNvSpPr/>
            <p:nvPr/>
          </p:nvSpPr>
          <p:spPr>
            <a:xfrm>
              <a:off x="7376572" y="4020502"/>
              <a:ext cx="69067" cy="83766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3D68E43-EDBF-4DD5-9A15-CD84F1420577}"/>
                </a:ext>
              </a:extLst>
            </p:cNvPr>
            <p:cNvSpPr/>
            <p:nvPr/>
          </p:nvSpPr>
          <p:spPr>
            <a:xfrm>
              <a:off x="7656627" y="4046401"/>
              <a:ext cx="111378" cy="111262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5ECA3ADF-3A03-419C-8CE4-038EE7D2A47F}"/>
                </a:ext>
              </a:extLst>
            </p:cNvPr>
            <p:cNvSpPr/>
            <p:nvPr/>
          </p:nvSpPr>
          <p:spPr>
            <a:xfrm>
              <a:off x="5140950" y="3962437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81A0B7A8-0358-4C12-B844-A55E0DF3572A}"/>
                </a:ext>
              </a:extLst>
            </p:cNvPr>
            <p:cNvSpPr/>
            <p:nvPr/>
          </p:nvSpPr>
          <p:spPr>
            <a:xfrm>
              <a:off x="4535990" y="3936150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3D534596-5055-4A5A-8B98-B84055B97404}"/>
                </a:ext>
              </a:extLst>
            </p:cNvPr>
            <p:cNvSpPr/>
            <p:nvPr/>
          </p:nvSpPr>
          <p:spPr>
            <a:xfrm>
              <a:off x="5773525" y="3804766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E2738F00-EDFD-4E7E-80B9-942A0A9F45BD}"/>
                </a:ext>
              </a:extLst>
            </p:cNvPr>
            <p:cNvSpPr/>
            <p:nvPr/>
          </p:nvSpPr>
          <p:spPr>
            <a:xfrm>
              <a:off x="6167647" y="3997351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0DD633AF-FC2C-4EF7-B745-7CA6DC65D651}"/>
                </a:ext>
              </a:extLst>
            </p:cNvPr>
            <p:cNvSpPr/>
            <p:nvPr/>
          </p:nvSpPr>
          <p:spPr>
            <a:xfrm>
              <a:off x="5846979" y="3964301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3B5FE2BB-82AF-4D7A-85CB-29FE55ACE7BD}"/>
                </a:ext>
              </a:extLst>
            </p:cNvPr>
            <p:cNvSpPr/>
            <p:nvPr/>
          </p:nvSpPr>
          <p:spPr>
            <a:xfrm>
              <a:off x="5417926" y="3779668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AC91E6AA-75C5-489C-989A-9021EC764ABF}"/>
                </a:ext>
              </a:extLst>
            </p:cNvPr>
            <p:cNvSpPr/>
            <p:nvPr/>
          </p:nvSpPr>
          <p:spPr>
            <a:xfrm>
              <a:off x="6891547" y="3993391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1D546799-47CA-46D8-97BD-E89EEAF7B24F}"/>
                </a:ext>
              </a:extLst>
            </p:cNvPr>
            <p:cNvSpPr/>
            <p:nvPr/>
          </p:nvSpPr>
          <p:spPr>
            <a:xfrm>
              <a:off x="4462704" y="4050253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3C64F7A6-D2F6-4F5D-AA73-D2E42312AA7F}"/>
                </a:ext>
              </a:extLst>
            </p:cNvPr>
            <p:cNvSpPr/>
            <p:nvPr/>
          </p:nvSpPr>
          <p:spPr>
            <a:xfrm>
              <a:off x="4867625" y="3895438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EC7D93A7-EA13-40C2-8205-3137466812B8}"/>
                </a:ext>
              </a:extLst>
            </p:cNvPr>
            <p:cNvSpPr/>
            <p:nvPr/>
          </p:nvSpPr>
          <p:spPr>
            <a:xfrm>
              <a:off x="6479572" y="3847690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C0A06910-BC5E-4CB5-99EF-CFBC440DA539}"/>
                </a:ext>
              </a:extLst>
            </p:cNvPr>
            <p:cNvSpPr/>
            <p:nvPr/>
          </p:nvSpPr>
          <p:spPr>
            <a:xfrm>
              <a:off x="7932949" y="4021999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BB13BDE4-EB6E-4933-9B4C-2743C5F730EB}"/>
                </a:ext>
              </a:extLst>
            </p:cNvPr>
            <p:cNvSpPr/>
            <p:nvPr/>
          </p:nvSpPr>
          <p:spPr>
            <a:xfrm>
              <a:off x="7053320" y="4143104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7A69035A-E560-424B-BED3-18B05207F2A7}"/>
                </a:ext>
              </a:extLst>
            </p:cNvPr>
            <p:cNvSpPr/>
            <p:nvPr/>
          </p:nvSpPr>
          <p:spPr>
            <a:xfrm>
              <a:off x="8050033" y="4087834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578C0DB9-B7A5-49F1-94F7-1F5A52D3F415}"/>
                </a:ext>
              </a:extLst>
            </p:cNvPr>
            <p:cNvSpPr/>
            <p:nvPr/>
          </p:nvSpPr>
          <p:spPr>
            <a:xfrm>
              <a:off x="6625808" y="4098231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C69915F5-0503-4E26-879D-A07FE065E569}"/>
                </a:ext>
              </a:extLst>
            </p:cNvPr>
            <p:cNvSpPr/>
            <p:nvPr/>
          </p:nvSpPr>
          <p:spPr>
            <a:xfrm>
              <a:off x="5201466" y="3779080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5A8ECFA6-CCC0-4776-B0AF-7EF53F43F0A0}"/>
                </a:ext>
              </a:extLst>
            </p:cNvPr>
            <p:cNvSpPr/>
            <p:nvPr/>
          </p:nvSpPr>
          <p:spPr>
            <a:xfrm>
              <a:off x="5583873" y="3766545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F96BBA13-F068-411D-9177-8F6783BBEA22}"/>
                </a:ext>
              </a:extLst>
            </p:cNvPr>
            <p:cNvSpPr/>
            <p:nvPr/>
          </p:nvSpPr>
          <p:spPr>
            <a:xfrm>
              <a:off x="6157306" y="3803670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F1BDC204-7A92-4CC8-A54A-061BB4B071C1}"/>
                </a:ext>
              </a:extLst>
            </p:cNvPr>
            <p:cNvSpPr/>
            <p:nvPr/>
          </p:nvSpPr>
          <p:spPr>
            <a:xfrm>
              <a:off x="6794669" y="3901847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C46803C5-765C-4861-B5F6-EC09DA7E7741}"/>
                </a:ext>
              </a:extLst>
            </p:cNvPr>
            <p:cNvSpPr/>
            <p:nvPr/>
          </p:nvSpPr>
          <p:spPr>
            <a:xfrm>
              <a:off x="7504326" y="4039379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D23973A7-ECC2-4B35-8070-428DCDF3B470}"/>
                </a:ext>
              </a:extLst>
            </p:cNvPr>
            <p:cNvSpPr/>
            <p:nvPr/>
          </p:nvSpPr>
          <p:spPr>
            <a:xfrm>
              <a:off x="7238311" y="4021158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76889F9C-5E44-48F9-A738-8AA8ADBABA8E}"/>
                </a:ext>
              </a:extLst>
            </p:cNvPr>
            <p:cNvSpPr/>
            <p:nvPr/>
          </p:nvSpPr>
          <p:spPr>
            <a:xfrm>
              <a:off x="7332042" y="4148093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BD45E2B1-C251-43A1-9F82-A696D45B06AF}"/>
                </a:ext>
              </a:extLst>
            </p:cNvPr>
            <p:cNvSpPr/>
            <p:nvPr/>
          </p:nvSpPr>
          <p:spPr>
            <a:xfrm>
              <a:off x="7151949" y="3941157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4A61FCEF-7FED-468B-95BD-B289AF49FCCC}"/>
                </a:ext>
              </a:extLst>
            </p:cNvPr>
            <p:cNvSpPr/>
            <p:nvPr/>
          </p:nvSpPr>
          <p:spPr>
            <a:xfrm>
              <a:off x="4278634" y="3984416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DE79834D-4782-4827-8239-9EBCF6E8E03D}"/>
                </a:ext>
              </a:extLst>
            </p:cNvPr>
            <p:cNvSpPr/>
            <p:nvPr/>
          </p:nvSpPr>
          <p:spPr>
            <a:xfrm>
              <a:off x="4681929" y="3881518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C0152465-FA03-44BC-8049-F96AB49A8C17}"/>
                </a:ext>
              </a:extLst>
            </p:cNvPr>
            <p:cNvSpPr/>
            <p:nvPr/>
          </p:nvSpPr>
          <p:spPr>
            <a:xfrm>
              <a:off x="4801423" y="4054245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CE62E5D8-74D3-43A9-BE9D-EF6DA640A5F1}"/>
                </a:ext>
              </a:extLst>
            </p:cNvPr>
            <p:cNvSpPr/>
            <p:nvPr/>
          </p:nvSpPr>
          <p:spPr>
            <a:xfrm>
              <a:off x="5282299" y="3936852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E5940E5A-51E6-4EB3-8CB6-791A6E7A4F6A}"/>
                </a:ext>
              </a:extLst>
            </p:cNvPr>
            <p:cNvSpPr/>
            <p:nvPr/>
          </p:nvSpPr>
          <p:spPr>
            <a:xfrm>
              <a:off x="4609539" y="4064974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2097B056-55CC-4D88-BD07-1CD9AF288F67}"/>
                </a:ext>
              </a:extLst>
            </p:cNvPr>
            <p:cNvSpPr/>
            <p:nvPr/>
          </p:nvSpPr>
          <p:spPr>
            <a:xfrm>
              <a:off x="4634507" y="399981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71D0B0BC-27BA-4BD9-A4AD-C4E3F0CD2268}"/>
                </a:ext>
              </a:extLst>
            </p:cNvPr>
            <p:cNvSpPr/>
            <p:nvPr/>
          </p:nvSpPr>
          <p:spPr>
            <a:xfrm>
              <a:off x="4967365" y="384029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AD116EAE-F88E-4305-82F0-C9A73ADAD2DA}"/>
                </a:ext>
              </a:extLst>
            </p:cNvPr>
            <p:cNvSpPr/>
            <p:nvPr/>
          </p:nvSpPr>
          <p:spPr>
            <a:xfrm>
              <a:off x="4946015" y="402191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5AE021A0-E8B8-41A1-B259-0C4F05382558}"/>
                </a:ext>
              </a:extLst>
            </p:cNvPr>
            <p:cNvSpPr/>
            <p:nvPr/>
          </p:nvSpPr>
          <p:spPr>
            <a:xfrm>
              <a:off x="5255019" y="386968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6ABAE012-EFA9-45B2-A9FB-7AF142216E19}"/>
                </a:ext>
              </a:extLst>
            </p:cNvPr>
            <p:cNvSpPr/>
            <p:nvPr/>
          </p:nvSpPr>
          <p:spPr>
            <a:xfrm>
              <a:off x="5099317" y="382396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220AAE0C-0715-46A2-A880-457CD04D8D3D}"/>
                </a:ext>
              </a:extLst>
            </p:cNvPr>
            <p:cNvSpPr/>
            <p:nvPr/>
          </p:nvSpPr>
          <p:spPr>
            <a:xfrm>
              <a:off x="4085962" y="4062152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DA1BF82B-B685-4A94-BBE1-B865D374A7B5}"/>
                </a:ext>
              </a:extLst>
            </p:cNvPr>
            <p:cNvSpPr/>
            <p:nvPr/>
          </p:nvSpPr>
          <p:spPr>
            <a:xfrm>
              <a:off x="4634507" y="399981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E77845C7-7D7D-4F41-9C8C-2FB8B362A961}"/>
                </a:ext>
              </a:extLst>
            </p:cNvPr>
            <p:cNvSpPr/>
            <p:nvPr/>
          </p:nvSpPr>
          <p:spPr>
            <a:xfrm>
              <a:off x="4782148" y="393911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7D49D9B3-9732-40DB-9D8F-DCB38782849A}"/>
                </a:ext>
              </a:extLst>
            </p:cNvPr>
            <p:cNvSpPr/>
            <p:nvPr/>
          </p:nvSpPr>
          <p:spPr>
            <a:xfrm>
              <a:off x="5691897" y="383579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8A0AF1C1-526D-42E6-8AEB-52BC8921DCD2}"/>
                </a:ext>
              </a:extLst>
            </p:cNvPr>
            <p:cNvSpPr/>
            <p:nvPr/>
          </p:nvSpPr>
          <p:spPr>
            <a:xfrm>
              <a:off x="4375245" y="393036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C0E5A3A1-4CC5-4292-BC5B-0E07397A11A9}"/>
                </a:ext>
              </a:extLst>
            </p:cNvPr>
            <p:cNvSpPr/>
            <p:nvPr/>
          </p:nvSpPr>
          <p:spPr>
            <a:xfrm>
              <a:off x="4865189" y="384516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2E135E96-4BE2-4CC4-B1D3-E4D18C482C78}"/>
                </a:ext>
              </a:extLst>
            </p:cNvPr>
            <p:cNvSpPr/>
            <p:nvPr/>
          </p:nvSpPr>
          <p:spPr>
            <a:xfrm>
              <a:off x="5788102" y="398036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70C8FAB5-5C6B-45E1-9161-7CDE2639341C}"/>
                </a:ext>
              </a:extLst>
            </p:cNvPr>
            <p:cNvSpPr/>
            <p:nvPr/>
          </p:nvSpPr>
          <p:spPr>
            <a:xfrm>
              <a:off x="5530278" y="386352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1C0856BB-3AD9-426E-982C-E7BE1F1D75B1}"/>
                </a:ext>
              </a:extLst>
            </p:cNvPr>
            <p:cNvSpPr/>
            <p:nvPr/>
          </p:nvSpPr>
          <p:spPr>
            <a:xfrm>
              <a:off x="5496864" y="374970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7572F608-587A-4950-90CD-0A15AC05F6BF}"/>
                </a:ext>
              </a:extLst>
            </p:cNvPr>
            <p:cNvSpPr/>
            <p:nvPr/>
          </p:nvSpPr>
          <p:spPr>
            <a:xfrm>
              <a:off x="5496571" y="3947329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9984B81D-955C-4D06-87BB-F9FC9DB2CA55}"/>
                </a:ext>
              </a:extLst>
            </p:cNvPr>
            <p:cNvSpPr/>
            <p:nvPr/>
          </p:nvSpPr>
          <p:spPr>
            <a:xfrm>
              <a:off x="5673832" y="4106142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1722790D-0064-407F-B3D6-56D0CB81171F}"/>
                </a:ext>
              </a:extLst>
            </p:cNvPr>
            <p:cNvSpPr/>
            <p:nvPr/>
          </p:nvSpPr>
          <p:spPr>
            <a:xfrm>
              <a:off x="5348719" y="408881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9E3EB4B3-2CD2-4534-8AA1-986F41AE2317}"/>
                </a:ext>
              </a:extLst>
            </p:cNvPr>
            <p:cNvSpPr/>
            <p:nvPr/>
          </p:nvSpPr>
          <p:spPr>
            <a:xfrm>
              <a:off x="6011998" y="387194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F4B5BC95-5317-4701-927E-070A62A8E5B6}"/>
                </a:ext>
              </a:extLst>
            </p:cNvPr>
            <p:cNvSpPr/>
            <p:nvPr/>
          </p:nvSpPr>
          <p:spPr>
            <a:xfrm>
              <a:off x="6061528" y="4114470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A821F633-F403-4944-82FA-C41DE6A71DA4}"/>
                </a:ext>
              </a:extLst>
            </p:cNvPr>
            <p:cNvSpPr/>
            <p:nvPr/>
          </p:nvSpPr>
          <p:spPr>
            <a:xfrm>
              <a:off x="5896818" y="379817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2AF96125-36C2-4246-8940-CA972A8446EF}"/>
                </a:ext>
              </a:extLst>
            </p:cNvPr>
            <p:cNvSpPr/>
            <p:nvPr/>
          </p:nvSpPr>
          <p:spPr>
            <a:xfrm>
              <a:off x="6447589" y="410508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3977A407-A5A9-4946-A672-6DBF3A126A1E}"/>
                </a:ext>
              </a:extLst>
            </p:cNvPr>
            <p:cNvSpPr/>
            <p:nvPr/>
          </p:nvSpPr>
          <p:spPr>
            <a:xfrm>
              <a:off x="6364580" y="3848909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E4663C4D-709E-4414-ADF1-082F3F34F794}"/>
                </a:ext>
              </a:extLst>
            </p:cNvPr>
            <p:cNvSpPr/>
            <p:nvPr/>
          </p:nvSpPr>
          <p:spPr>
            <a:xfrm>
              <a:off x="5917920" y="389434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FCD2BD8E-5455-457A-B6C8-EB35E618A43F}"/>
                </a:ext>
              </a:extLst>
            </p:cNvPr>
            <p:cNvSpPr/>
            <p:nvPr/>
          </p:nvSpPr>
          <p:spPr>
            <a:xfrm>
              <a:off x="5508679" y="4115273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4A90C8AE-9743-45D2-8100-7FDFA5C7773B}"/>
                </a:ext>
              </a:extLst>
            </p:cNvPr>
            <p:cNvSpPr/>
            <p:nvPr/>
          </p:nvSpPr>
          <p:spPr>
            <a:xfrm>
              <a:off x="5926699" y="410088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C6BF1375-E8FE-4705-871A-6E609BBF22DA}"/>
                </a:ext>
              </a:extLst>
            </p:cNvPr>
            <p:cNvSpPr/>
            <p:nvPr/>
          </p:nvSpPr>
          <p:spPr>
            <a:xfrm>
              <a:off x="6288415" y="412942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8181A03D-0DCD-40E7-8BC0-8CC569E1394F}"/>
                </a:ext>
              </a:extLst>
            </p:cNvPr>
            <p:cNvSpPr/>
            <p:nvPr/>
          </p:nvSpPr>
          <p:spPr>
            <a:xfrm>
              <a:off x="6594881" y="397607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73CD4B93-9416-4496-B0A4-0E0FF1825143}"/>
                </a:ext>
              </a:extLst>
            </p:cNvPr>
            <p:cNvSpPr/>
            <p:nvPr/>
          </p:nvSpPr>
          <p:spPr>
            <a:xfrm>
              <a:off x="6549114" y="416429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83A134E6-4CB2-4BCE-AA07-A93401A6D016}"/>
                </a:ext>
              </a:extLst>
            </p:cNvPr>
            <p:cNvSpPr/>
            <p:nvPr/>
          </p:nvSpPr>
          <p:spPr>
            <a:xfrm>
              <a:off x="6277715" y="389616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A636E8DE-A869-45AF-875B-278B3300F093}"/>
                </a:ext>
              </a:extLst>
            </p:cNvPr>
            <p:cNvSpPr/>
            <p:nvPr/>
          </p:nvSpPr>
          <p:spPr>
            <a:xfrm>
              <a:off x="6965605" y="394881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D21B79EF-891A-428F-8B48-C90AA837E6BC}"/>
                </a:ext>
              </a:extLst>
            </p:cNvPr>
            <p:cNvSpPr/>
            <p:nvPr/>
          </p:nvSpPr>
          <p:spPr>
            <a:xfrm>
              <a:off x="8119862" y="4144212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578EF6D0-2A3F-4331-B723-42788A952B9B}"/>
                </a:ext>
              </a:extLst>
            </p:cNvPr>
            <p:cNvSpPr/>
            <p:nvPr/>
          </p:nvSpPr>
          <p:spPr>
            <a:xfrm>
              <a:off x="7783607" y="403746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778D88C5-C822-44C1-B254-12EB98F59052}"/>
                </a:ext>
              </a:extLst>
            </p:cNvPr>
            <p:cNvSpPr/>
            <p:nvPr/>
          </p:nvSpPr>
          <p:spPr>
            <a:xfrm>
              <a:off x="7807389" y="4104664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444465E6-D1CF-4AE2-9FF2-4EF344DF4872}"/>
                </a:ext>
              </a:extLst>
            </p:cNvPr>
            <p:cNvSpPr/>
            <p:nvPr/>
          </p:nvSpPr>
          <p:spPr>
            <a:xfrm>
              <a:off x="7875107" y="4163154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ACF72B7D-C6D6-418B-9B46-2DC0A2196716}"/>
                </a:ext>
              </a:extLst>
            </p:cNvPr>
            <p:cNvSpPr/>
            <p:nvPr/>
          </p:nvSpPr>
          <p:spPr>
            <a:xfrm>
              <a:off x="7192805" y="4152674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CBC99566-139F-404F-B0B5-5D06B8A5A4C7}"/>
                </a:ext>
              </a:extLst>
            </p:cNvPr>
            <p:cNvSpPr/>
            <p:nvPr/>
          </p:nvSpPr>
          <p:spPr>
            <a:xfrm>
              <a:off x="6798925" y="4118333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2A7A216D-6782-4C72-B694-78EC80E1DAF5}"/>
                </a:ext>
              </a:extLst>
            </p:cNvPr>
            <p:cNvSpPr/>
            <p:nvPr/>
          </p:nvSpPr>
          <p:spPr>
            <a:xfrm>
              <a:off x="6637862" y="391157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A2B0163F-BD73-417E-A6D7-7BE2664E9441}"/>
                </a:ext>
              </a:extLst>
            </p:cNvPr>
            <p:cNvSpPr/>
            <p:nvPr/>
          </p:nvSpPr>
          <p:spPr>
            <a:xfrm>
              <a:off x="6396444" y="396659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DE625287-182C-452D-A9DE-D2202A2405F6}"/>
                </a:ext>
              </a:extLst>
            </p:cNvPr>
            <p:cNvSpPr/>
            <p:nvPr/>
          </p:nvSpPr>
          <p:spPr>
            <a:xfrm>
              <a:off x="7601033" y="402570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F16FC8CF-966F-4A0B-89AC-5E55E9593015}"/>
                </a:ext>
              </a:extLst>
            </p:cNvPr>
            <p:cNvSpPr/>
            <p:nvPr/>
          </p:nvSpPr>
          <p:spPr>
            <a:xfrm>
              <a:off x="7703684" y="415515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4F253194-E1DF-4BB0-A873-FEC5E7E43FF7}"/>
                </a:ext>
              </a:extLst>
            </p:cNvPr>
            <p:cNvSpPr/>
            <p:nvPr/>
          </p:nvSpPr>
          <p:spPr>
            <a:xfrm>
              <a:off x="6732555" y="4164302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3B35D479-E44B-405E-A953-7290D6FEA3AB}"/>
                </a:ext>
              </a:extLst>
            </p:cNvPr>
            <p:cNvSpPr/>
            <p:nvPr/>
          </p:nvSpPr>
          <p:spPr>
            <a:xfrm>
              <a:off x="6988220" y="3994249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07D93B8C-9597-4540-A1CA-A4DF7701DF61}"/>
                </a:ext>
              </a:extLst>
            </p:cNvPr>
            <p:cNvSpPr/>
            <p:nvPr/>
          </p:nvSpPr>
          <p:spPr>
            <a:xfrm>
              <a:off x="7465614" y="3998275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693A003F-9392-4A82-A23A-0D8756B1CE49}"/>
                </a:ext>
              </a:extLst>
            </p:cNvPr>
            <p:cNvSpPr/>
            <p:nvPr/>
          </p:nvSpPr>
          <p:spPr>
            <a:xfrm>
              <a:off x="7889832" y="4053464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CA9F5309-F13B-4D43-B301-4017D57F4A79}"/>
                </a:ext>
              </a:extLst>
            </p:cNvPr>
            <p:cNvSpPr/>
            <p:nvPr/>
          </p:nvSpPr>
          <p:spPr>
            <a:xfrm>
              <a:off x="7105145" y="3951920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78778F41-0A7B-4D3D-8104-07F2AEDDFB25}"/>
                </a:ext>
              </a:extLst>
            </p:cNvPr>
            <p:cNvSpPr/>
            <p:nvPr/>
          </p:nvSpPr>
          <p:spPr>
            <a:xfrm>
              <a:off x="6752475" y="3926840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B0B74B60-64A3-42A0-AE0C-276D08E8F9A7}"/>
                </a:ext>
              </a:extLst>
            </p:cNvPr>
            <p:cNvSpPr/>
            <p:nvPr/>
          </p:nvSpPr>
          <p:spPr>
            <a:xfrm>
              <a:off x="5259350" y="4114329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50DB0A3D-E32D-4A9B-82FC-760DC3B18819}"/>
                </a:ext>
              </a:extLst>
            </p:cNvPr>
            <p:cNvSpPr/>
            <p:nvPr/>
          </p:nvSpPr>
          <p:spPr>
            <a:xfrm>
              <a:off x="5747830" y="4142695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891F776B-6CDE-4A61-AF4E-1D7A8568081D}"/>
                </a:ext>
              </a:extLst>
            </p:cNvPr>
            <p:cNvSpPr/>
            <p:nvPr/>
          </p:nvSpPr>
          <p:spPr>
            <a:xfrm>
              <a:off x="6061641" y="3800891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19ECD763-B39B-4111-94EB-725ACFDD2D21}"/>
                </a:ext>
              </a:extLst>
            </p:cNvPr>
            <p:cNvSpPr/>
            <p:nvPr/>
          </p:nvSpPr>
          <p:spPr>
            <a:xfrm>
              <a:off x="5656579" y="3922650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8366DFF2-A274-4D38-A097-D3ED8C322F24}"/>
                </a:ext>
              </a:extLst>
            </p:cNvPr>
            <p:cNvSpPr/>
            <p:nvPr/>
          </p:nvSpPr>
          <p:spPr>
            <a:xfrm>
              <a:off x="5616750" y="4046555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0C8CC0B3-C1E3-434B-9390-D10CB94D66A0}"/>
                </a:ext>
              </a:extLst>
            </p:cNvPr>
            <p:cNvSpPr/>
            <p:nvPr/>
          </p:nvSpPr>
          <p:spPr>
            <a:xfrm>
              <a:off x="5736162" y="3877447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84A9A072-E389-4EDD-A297-8ED99B0BC1CD}"/>
                </a:ext>
              </a:extLst>
            </p:cNvPr>
            <p:cNvSpPr/>
            <p:nvPr/>
          </p:nvSpPr>
          <p:spPr>
            <a:xfrm>
              <a:off x="5750640" y="3760263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561062FA-B5BD-426C-A5F8-F4BCE1C4571A}"/>
                </a:ext>
              </a:extLst>
            </p:cNvPr>
            <p:cNvSpPr/>
            <p:nvPr/>
          </p:nvSpPr>
          <p:spPr>
            <a:xfrm>
              <a:off x="6680988" y="4179176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7D0AA543-83B0-4220-814B-5117670AEFB1}"/>
                </a:ext>
              </a:extLst>
            </p:cNvPr>
            <p:cNvSpPr/>
            <p:nvPr/>
          </p:nvSpPr>
          <p:spPr>
            <a:xfrm>
              <a:off x="5834612" y="3776932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C949F8D3-2168-4CA3-BBAB-8B6D93FF0280}"/>
                </a:ext>
              </a:extLst>
            </p:cNvPr>
            <p:cNvSpPr/>
            <p:nvPr/>
          </p:nvSpPr>
          <p:spPr>
            <a:xfrm>
              <a:off x="5044586" y="4078543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FE44221D-1F68-497A-ACB9-7FEE13233ACE}"/>
                </a:ext>
              </a:extLst>
            </p:cNvPr>
            <p:cNvSpPr/>
            <p:nvPr/>
          </p:nvSpPr>
          <p:spPr>
            <a:xfrm>
              <a:off x="5052710" y="3955140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70EA3B88-8346-4E14-80F4-14287102648D}"/>
                </a:ext>
              </a:extLst>
            </p:cNvPr>
            <p:cNvSpPr/>
            <p:nvPr/>
          </p:nvSpPr>
          <p:spPr>
            <a:xfrm>
              <a:off x="5722936" y="4057974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6A195CA9-8E84-49B1-9D0D-5EA4663A7D07}"/>
                </a:ext>
              </a:extLst>
            </p:cNvPr>
            <p:cNvSpPr/>
            <p:nvPr/>
          </p:nvSpPr>
          <p:spPr>
            <a:xfrm>
              <a:off x="6382702" y="4126456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2BDAFCA8-986B-4A66-A079-F084BDEAECE0}"/>
                </a:ext>
              </a:extLst>
            </p:cNvPr>
            <p:cNvSpPr/>
            <p:nvPr/>
          </p:nvSpPr>
          <p:spPr>
            <a:xfrm>
              <a:off x="5056877" y="3878481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FD9072E4-8A3D-42A2-B307-89DF76DBDCB0}"/>
                </a:ext>
              </a:extLst>
            </p:cNvPr>
            <p:cNvSpPr/>
            <p:nvPr/>
          </p:nvSpPr>
          <p:spPr>
            <a:xfrm>
              <a:off x="6589460" y="3873739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72AD009F-44B2-41D9-A7A5-5941219012D4}"/>
                </a:ext>
              </a:extLst>
            </p:cNvPr>
            <p:cNvSpPr/>
            <p:nvPr/>
          </p:nvSpPr>
          <p:spPr>
            <a:xfrm>
              <a:off x="6543455" y="3966708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6D5EB8D2-8B6E-48B5-ABDB-4B47C194460F}"/>
                </a:ext>
              </a:extLst>
            </p:cNvPr>
            <p:cNvSpPr/>
            <p:nvPr/>
          </p:nvSpPr>
          <p:spPr>
            <a:xfrm>
              <a:off x="6288765" y="3841776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834A786F-FAEB-4D04-A6E4-A5128D51948E}"/>
                </a:ext>
              </a:extLst>
            </p:cNvPr>
            <p:cNvSpPr/>
            <p:nvPr/>
          </p:nvSpPr>
          <p:spPr>
            <a:xfrm>
              <a:off x="5958637" y="3775289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977935E6-43BD-42B2-A2E4-94331FBAD58F}"/>
                </a:ext>
              </a:extLst>
            </p:cNvPr>
            <p:cNvSpPr/>
            <p:nvPr/>
          </p:nvSpPr>
          <p:spPr>
            <a:xfrm>
              <a:off x="6480729" y="401575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AB474F4E-8EF6-4705-A065-7DABF53CDC20}"/>
                </a:ext>
              </a:extLst>
            </p:cNvPr>
            <p:cNvSpPr/>
            <p:nvPr/>
          </p:nvSpPr>
          <p:spPr>
            <a:xfrm>
              <a:off x="6105192" y="3779762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09E8C847-A94A-479C-B698-7CB3DD178455}"/>
                </a:ext>
              </a:extLst>
            </p:cNvPr>
            <p:cNvSpPr/>
            <p:nvPr/>
          </p:nvSpPr>
          <p:spPr>
            <a:xfrm>
              <a:off x="6301285" y="398427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B4E9C3C3-C23C-4FB1-98A7-8327EB733678}"/>
                </a:ext>
              </a:extLst>
            </p:cNvPr>
            <p:cNvSpPr/>
            <p:nvPr/>
          </p:nvSpPr>
          <p:spPr>
            <a:xfrm>
              <a:off x="7046617" y="399289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8AB6B489-9CB1-429F-9CF5-2E76789D4441}"/>
                </a:ext>
              </a:extLst>
            </p:cNvPr>
            <p:cNvSpPr/>
            <p:nvPr/>
          </p:nvSpPr>
          <p:spPr>
            <a:xfrm>
              <a:off x="5331436" y="3794104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ADE0927F-EC68-453A-BEEE-AA60DBCD962B}"/>
                </a:ext>
              </a:extLst>
            </p:cNvPr>
            <p:cNvSpPr/>
            <p:nvPr/>
          </p:nvSpPr>
          <p:spPr>
            <a:xfrm>
              <a:off x="4955860" y="394240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6529B013-D5EC-459E-8690-37437083786B}"/>
                </a:ext>
              </a:extLst>
            </p:cNvPr>
            <p:cNvSpPr/>
            <p:nvPr/>
          </p:nvSpPr>
          <p:spPr>
            <a:xfrm>
              <a:off x="5114266" y="4071453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3A0BD9EA-3D92-47E5-A77B-EBB658D7B4AD}"/>
                </a:ext>
              </a:extLst>
            </p:cNvPr>
            <p:cNvSpPr/>
            <p:nvPr/>
          </p:nvSpPr>
          <p:spPr>
            <a:xfrm>
              <a:off x="5820279" y="388206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DD9235FC-CCB1-4B2E-BC48-7575CE752D59}"/>
                </a:ext>
              </a:extLst>
            </p:cNvPr>
            <p:cNvSpPr/>
            <p:nvPr/>
          </p:nvSpPr>
          <p:spPr>
            <a:xfrm>
              <a:off x="5595533" y="394367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E1A8904C-1765-497D-BB2C-974CDEC8519C}"/>
                </a:ext>
              </a:extLst>
            </p:cNvPr>
            <p:cNvSpPr/>
            <p:nvPr/>
          </p:nvSpPr>
          <p:spPr>
            <a:xfrm>
              <a:off x="6014838" y="3765763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F0F6715C-9160-473F-981E-CB8A3983F170}"/>
                </a:ext>
              </a:extLst>
            </p:cNvPr>
            <p:cNvSpPr/>
            <p:nvPr/>
          </p:nvSpPr>
          <p:spPr>
            <a:xfrm>
              <a:off x="6830755" y="4020090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7D9CB554-96F5-468A-A701-D1FCD4FE5474}"/>
                </a:ext>
              </a:extLst>
            </p:cNvPr>
            <p:cNvSpPr/>
            <p:nvPr/>
          </p:nvSpPr>
          <p:spPr>
            <a:xfrm>
              <a:off x="6684861" y="394210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38798CA1-E922-4FA4-A4F5-593F84FC3D49}"/>
                </a:ext>
              </a:extLst>
            </p:cNvPr>
            <p:cNvSpPr/>
            <p:nvPr/>
          </p:nvSpPr>
          <p:spPr>
            <a:xfrm>
              <a:off x="7346414" y="398606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26793CE8-1996-48A4-ADD5-CC443756D1AD}"/>
                </a:ext>
              </a:extLst>
            </p:cNvPr>
            <p:cNvSpPr/>
            <p:nvPr/>
          </p:nvSpPr>
          <p:spPr>
            <a:xfrm>
              <a:off x="8038707" y="4028599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D3F5A3C5-FA59-4FD1-B8B1-FF9453505A35}"/>
                </a:ext>
              </a:extLst>
            </p:cNvPr>
            <p:cNvSpPr/>
            <p:nvPr/>
          </p:nvSpPr>
          <p:spPr>
            <a:xfrm>
              <a:off x="7981007" y="413626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C6FBC515-08DC-48AE-BEBA-E12879032C30}"/>
                </a:ext>
              </a:extLst>
            </p:cNvPr>
            <p:cNvSpPr/>
            <p:nvPr/>
          </p:nvSpPr>
          <p:spPr>
            <a:xfrm>
              <a:off x="7557788" y="4153873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B71DC00A-035B-4236-BC21-8B142E1FA507}"/>
                </a:ext>
              </a:extLst>
            </p:cNvPr>
            <p:cNvSpPr/>
            <p:nvPr/>
          </p:nvSpPr>
          <p:spPr>
            <a:xfrm>
              <a:off x="6948968" y="415212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0017877F-F4DF-44F1-96B8-281DAFEB023D}"/>
                </a:ext>
              </a:extLst>
            </p:cNvPr>
            <p:cNvSpPr/>
            <p:nvPr/>
          </p:nvSpPr>
          <p:spPr>
            <a:xfrm>
              <a:off x="7271418" y="396203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038C051E-7DCC-4175-BAE9-EE352B8AA3B2}"/>
                </a:ext>
              </a:extLst>
            </p:cNvPr>
            <p:cNvSpPr/>
            <p:nvPr/>
          </p:nvSpPr>
          <p:spPr>
            <a:xfrm>
              <a:off x="7146170" y="4073519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B53DC1C3-0ECD-43C7-8CCC-63592C9FC919}"/>
                </a:ext>
              </a:extLst>
            </p:cNvPr>
            <p:cNvSpPr/>
            <p:nvPr/>
          </p:nvSpPr>
          <p:spPr>
            <a:xfrm>
              <a:off x="6127075" y="393115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78E93230-92A0-4244-ABD5-2794C29B4AFB}"/>
                </a:ext>
              </a:extLst>
            </p:cNvPr>
            <p:cNvSpPr/>
            <p:nvPr/>
          </p:nvSpPr>
          <p:spPr>
            <a:xfrm>
              <a:off x="7140620" y="4146649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954EBE2B-39EA-4B8F-8A2A-E2B8528580BC}"/>
                </a:ext>
              </a:extLst>
            </p:cNvPr>
            <p:cNvSpPr/>
            <p:nvPr/>
          </p:nvSpPr>
          <p:spPr>
            <a:xfrm>
              <a:off x="7417386" y="4135414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99850078-EED6-4D60-9899-255BFBA691A4}"/>
                </a:ext>
              </a:extLst>
            </p:cNvPr>
            <p:cNvSpPr/>
            <p:nvPr/>
          </p:nvSpPr>
          <p:spPr>
            <a:xfrm>
              <a:off x="7715017" y="4051306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9CA1223D-0126-41E9-8384-63F5A7AB809C}"/>
                </a:ext>
              </a:extLst>
            </p:cNvPr>
            <p:cNvSpPr/>
            <p:nvPr/>
          </p:nvSpPr>
          <p:spPr>
            <a:xfrm>
              <a:off x="6721473" y="4037468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D6F86ACD-6B12-4607-9467-4C70ED58FEA2}"/>
                </a:ext>
              </a:extLst>
            </p:cNvPr>
            <p:cNvSpPr/>
            <p:nvPr/>
          </p:nvSpPr>
          <p:spPr>
            <a:xfrm>
              <a:off x="5835397" y="4081920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1C1C13D4-033B-49E4-8080-6931FA5A5EC3}"/>
              </a:ext>
            </a:extLst>
          </p:cNvPr>
          <p:cNvGrpSpPr>
            <a:grpSpLocks noChangeAspect="1"/>
          </p:cNvGrpSpPr>
          <p:nvPr/>
        </p:nvGrpSpPr>
        <p:grpSpPr>
          <a:xfrm>
            <a:off x="3872990" y="1962297"/>
            <a:ext cx="1828800" cy="650512"/>
            <a:chOff x="609600" y="1477464"/>
            <a:chExt cx="10972800" cy="3903071"/>
          </a:xfrm>
          <a:effectLst>
            <a:glow rad="63500">
              <a:schemeClr val="bg1">
                <a:alpha val="69000"/>
              </a:schemeClr>
            </a:glow>
          </a:effectLst>
        </p:grpSpPr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CA918990-C2E0-42AB-957B-9F5C08146A13}"/>
                </a:ext>
              </a:extLst>
            </p:cNvPr>
            <p:cNvSpPr/>
            <p:nvPr/>
          </p:nvSpPr>
          <p:spPr>
            <a:xfrm flipH="1">
              <a:off x="7721576" y="2619318"/>
              <a:ext cx="685950" cy="357512"/>
            </a:xfrm>
            <a:custGeom>
              <a:avLst/>
              <a:gdLst>
                <a:gd name="connsiteX0" fmla="*/ 204055 w 555726"/>
                <a:gd name="connsiteY0" fmla="*/ 241680 h 243656"/>
                <a:gd name="connsiteX1" fmla="*/ 855 w 555726"/>
                <a:gd name="connsiteY1" fmla="*/ 93898 h 243656"/>
                <a:gd name="connsiteX2" fmla="*/ 277946 w 555726"/>
                <a:gd name="connsiteY2" fmla="*/ 1534 h 243656"/>
                <a:gd name="connsiteX3" fmla="*/ 555037 w 555726"/>
                <a:gd name="connsiteY3" fmla="*/ 167789 h 243656"/>
                <a:gd name="connsiteX4" fmla="*/ 204055 w 555726"/>
                <a:gd name="connsiteY4" fmla="*/ 241680 h 243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5726" h="243656">
                  <a:moveTo>
                    <a:pt x="204055" y="241680"/>
                  </a:moveTo>
                  <a:cubicBezTo>
                    <a:pt x="111691" y="229365"/>
                    <a:pt x="-11460" y="133922"/>
                    <a:pt x="855" y="93898"/>
                  </a:cubicBezTo>
                  <a:cubicBezTo>
                    <a:pt x="13170" y="53874"/>
                    <a:pt x="185582" y="-10781"/>
                    <a:pt x="277946" y="1534"/>
                  </a:cubicBezTo>
                  <a:cubicBezTo>
                    <a:pt x="370310" y="13849"/>
                    <a:pt x="568891" y="129304"/>
                    <a:pt x="555037" y="167789"/>
                  </a:cubicBezTo>
                  <a:cubicBezTo>
                    <a:pt x="541183" y="206274"/>
                    <a:pt x="296419" y="253995"/>
                    <a:pt x="204055" y="241680"/>
                  </a:cubicBezTo>
                  <a:close/>
                </a:path>
              </a:pathLst>
            </a:custGeom>
            <a:gradFill>
              <a:gsLst>
                <a:gs pos="52000">
                  <a:srgbClr val="A8D4D4"/>
                </a:gs>
                <a:gs pos="86000">
                  <a:schemeClr val="tx1">
                    <a:lumMod val="75000"/>
                    <a:lumOff val="25000"/>
                  </a:schemeClr>
                </a:gs>
              </a:gsLst>
              <a:lin ang="1440000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EFA2A98-3C15-48D3-8020-44BE1DB64AD4}"/>
                </a:ext>
              </a:extLst>
            </p:cNvPr>
            <p:cNvSpPr/>
            <p:nvPr/>
          </p:nvSpPr>
          <p:spPr>
            <a:xfrm flipH="1">
              <a:off x="4767417" y="1477464"/>
              <a:ext cx="1579175" cy="1141856"/>
            </a:xfrm>
            <a:custGeom>
              <a:avLst/>
              <a:gdLst>
                <a:gd name="connsiteX0" fmla="*/ 835112 w 837124"/>
                <a:gd name="connsiteY0" fmla="*/ 508041 h 638470"/>
                <a:gd name="connsiteX1" fmla="*/ 428712 w 837124"/>
                <a:gd name="connsiteY1" fmla="*/ 41 h 638470"/>
                <a:gd name="connsiteX2" fmla="*/ 3839 w 837124"/>
                <a:gd name="connsiteY2" fmla="*/ 480332 h 638470"/>
                <a:gd name="connsiteX3" fmla="*/ 253221 w 837124"/>
                <a:gd name="connsiteY3" fmla="*/ 637350 h 638470"/>
                <a:gd name="connsiteX4" fmla="*/ 835112 w 837124"/>
                <a:gd name="connsiteY4" fmla="*/ 508041 h 638470"/>
                <a:gd name="connsiteX0" fmla="*/ 833305 w 833351"/>
                <a:gd name="connsiteY0" fmla="*/ 508041 h 595541"/>
                <a:gd name="connsiteX1" fmla="*/ 426905 w 833351"/>
                <a:gd name="connsiteY1" fmla="*/ 41 h 595541"/>
                <a:gd name="connsiteX2" fmla="*/ 2032 w 833351"/>
                <a:gd name="connsiteY2" fmla="*/ 480332 h 595541"/>
                <a:gd name="connsiteX3" fmla="*/ 402259 w 833351"/>
                <a:gd name="connsiteY3" fmla="*/ 591438 h 595541"/>
                <a:gd name="connsiteX4" fmla="*/ 833305 w 833351"/>
                <a:gd name="connsiteY4" fmla="*/ 508041 h 595541"/>
                <a:gd name="connsiteX0" fmla="*/ 832916 w 833144"/>
                <a:gd name="connsiteY0" fmla="*/ 508041 h 586215"/>
                <a:gd name="connsiteX1" fmla="*/ 426516 w 833144"/>
                <a:gd name="connsiteY1" fmla="*/ 41 h 586215"/>
                <a:gd name="connsiteX2" fmla="*/ 1643 w 833144"/>
                <a:gd name="connsiteY2" fmla="*/ 480332 h 586215"/>
                <a:gd name="connsiteX3" fmla="*/ 477293 w 833144"/>
                <a:gd name="connsiteY3" fmla="*/ 579960 h 586215"/>
                <a:gd name="connsiteX4" fmla="*/ 832916 w 833144"/>
                <a:gd name="connsiteY4" fmla="*/ 508041 h 586215"/>
                <a:gd name="connsiteX0" fmla="*/ 842037 w 842265"/>
                <a:gd name="connsiteY0" fmla="*/ 514836 h 593010"/>
                <a:gd name="connsiteX1" fmla="*/ 435637 w 842265"/>
                <a:gd name="connsiteY1" fmla="*/ 6836 h 593010"/>
                <a:gd name="connsiteX2" fmla="*/ 198566 w 842265"/>
                <a:gd name="connsiteY2" fmla="*/ 238963 h 593010"/>
                <a:gd name="connsiteX3" fmla="*/ 10764 w 842265"/>
                <a:gd name="connsiteY3" fmla="*/ 487127 h 593010"/>
                <a:gd name="connsiteX4" fmla="*/ 486414 w 842265"/>
                <a:gd name="connsiteY4" fmla="*/ 586755 h 593010"/>
                <a:gd name="connsiteX5" fmla="*/ 842037 w 842265"/>
                <a:gd name="connsiteY5" fmla="*/ 514836 h 593010"/>
                <a:gd name="connsiteX0" fmla="*/ 789210 w 789433"/>
                <a:gd name="connsiteY0" fmla="*/ 514836 h 589091"/>
                <a:gd name="connsiteX1" fmla="*/ 382810 w 789433"/>
                <a:gd name="connsiteY1" fmla="*/ 6836 h 589091"/>
                <a:gd name="connsiteX2" fmla="*/ 145739 w 789433"/>
                <a:gd name="connsiteY2" fmla="*/ 238963 h 589091"/>
                <a:gd name="connsiteX3" fmla="*/ 14504 w 789433"/>
                <a:gd name="connsiteY3" fmla="*/ 521561 h 589091"/>
                <a:gd name="connsiteX4" fmla="*/ 433587 w 789433"/>
                <a:gd name="connsiteY4" fmla="*/ 586755 h 589091"/>
                <a:gd name="connsiteX5" fmla="*/ 789210 w 789433"/>
                <a:gd name="connsiteY5" fmla="*/ 514836 h 589091"/>
                <a:gd name="connsiteX0" fmla="*/ 789210 w 789243"/>
                <a:gd name="connsiteY0" fmla="*/ 520413 h 594890"/>
                <a:gd name="connsiteX1" fmla="*/ 414236 w 789243"/>
                <a:gd name="connsiteY1" fmla="*/ 6674 h 594890"/>
                <a:gd name="connsiteX2" fmla="*/ 145739 w 789243"/>
                <a:gd name="connsiteY2" fmla="*/ 244540 h 594890"/>
                <a:gd name="connsiteX3" fmla="*/ 14504 w 789243"/>
                <a:gd name="connsiteY3" fmla="*/ 527138 h 594890"/>
                <a:gd name="connsiteX4" fmla="*/ 433587 w 789243"/>
                <a:gd name="connsiteY4" fmla="*/ 592332 h 594890"/>
                <a:gd name="connsiteX5" fmla="*/ 789210 w 789243"/>
                <a:gd name="connsiteY5" fmla="*/ 520413 h 5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9243" h="594890">
                  <a:moveTo>
                    <a:pt x="789210" y="520413"/>
                  </a:moveTo>
                  <a:cubicBezTo>
                    <a:pt x="785985" y="422803"/>
                    <a:pt x="521481" y="52653"/>
                    <a:pt x="414236" y="6674"/>
                  </a:cubicBezTo>
                  <a:cubicBezTo>
                    <a:pt x="306991" y="-39305"/>
                    <a:pt x="216551" y="164492"/>
                    <a:pt x="145739" y="244540"/>
                  </a:cubicBezTo>
                  <a:cubicBezTo>
                    <a:pt x="74927" y="324589"/>
                    <a:pt x="-40803" y="469173"/>
                    <a:pt x="14504" y="527138"/>
                  </a:cubicBezTo>
                  <a:cubicBezTo>
                    <a:pt x="69811" y="585103"/>
                    <a:pt x="304469" y="593453"/>
                    <a:pt x="433587" y="592332"/>
                  </a:cubicBezTo>
                  <a:cubicBezTo>
                    <a:pt x="562705" y="591211"/>
                    <a:pt x="792435" y="618023"/>
                    <a:pt x="789210" y="520413"/>
                  </a:cubicBezTo>
                  <a:close/>
                </a:path>
              </a:pathLst>
            </a:custGeom>
            <a:gradFill>
              <a:gsLst>
                <a:gs pos="13000">
                  <a:srgbClr val="DEEAEA"/>
                </a:gs>
                <a:gs pos="75000">
                  <a:schemeClr val="tx1">
                    <a:lumMod val="75000"/>
                    <a:lumOff val="25000"/>
                  </a:schemeClr>
                </a:gs>
              </a:gsLst>
              <a:lin ang="1500000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BC772A49-B416-42A6-8E07-E15C50C7A631}"/>
                </a:ext>
              </a:extLst>
            </p:cNvPr>
            <p:cNvSpPr/>
            <p:nvPr/>
          </p:nvSpPr>
          <p:spPr>
            <a:xfrm flipH="1" flipV="1">
              <a:off x="9381321" y="2246294"/>
              <a:ext cx="2201079" cy="2412325"/>
            </a:xfrm>
            <a:custGeom>
              <a:avLst/>
              <a:gdLst>
                <a:gd name="connsiteX0" fmla="*/ 63423 w 1111396"/>
                <a:gd name="connsiteY0" fmla="*/ 1217952 h 1218061"/>
                <a:gd name="connsiteX1" fmla="*/ 406546 w 1111396"/>
                <a:gd name="connsiteY1" fmla="*/ 1142719 h 1218061"/>
                <a:gd name="connsiteX2" fmla="*/ 930421 w 1111396"/>
                <a:gd name="connsiteY2" fmla="*/ 823632 h 1218061"/>
                <a:gd name="connsiteX3" fmla="*/ 1111396 w 1111396"/>
                <a:gd name="connsiteY3" fmla="*/ 618844 h 1218061"/>
                <a:gd name="connsiteX4" fmla="*/ 1109765 w 1111396"/>
                <a:gd name="connsiteY4" fmla="*/ 609031 h 1218061"/>
                <a:gd name="connsiteX5" fmla="*/ 1111396 w 1111396"/>
                <a:gd name="connsiteY5" fmla="*/ 599217 h 1218061"/>
                <a:gd name="connsiteX6" fmla="*/ 930421 w 1111396"/>
                <a:gd name="connsiteY6" fmla="*/ 394429 h 1218061"/>
                <a:gd name="connsiteX7" fmla="*/ 406546 w 1111396"/>
                <a:gd name="connsiteY7" fmla="*/ 75342 h 1218061"/>
                <a:gd name="connsiteX8" fmla="*/ 6496 w 1111396"/>
                <a:gd name="connsiteY8" fmla="*/ 13429 h 1218061"/>
                <a:gd name="connsiteX9" fmla="*/ 177946 w 1111396"/>
                <a:gd name="connsiteY9" fmla="*/ 275367 h 1218061"/>
                <a:gd name="connsiteX10" fmla="*/ 409877 w 1111396"/>
                <a:gd name="connsiteY10" fmla="*/ 498312 h 1218061"/>
                <a:gd name="connsiteX11" fmla="*/ 426347 w 1111396"/>
                <a:gd name="connsiteY11" fmla="*/ 518177 h 1218061"/>
                <a:gd name="connsiteX12" fmla="*/ 427085 w 1111396"/>
                <a:gd name="connsiteY12" fmla="*/ 525678 h 1218061"/>
                <a:gd name="connsiteX13" fmla="*/ 439884 w 1111396"/>
                <a:gd name="connsiteY13" fmla="*/ 575982 h 1218061"/>
                <a:gd name="connsiteX14" fmla="*/ 443865 w 1111396"/>
                <a:gd name="connsiteY14" fmla="*/ 600390 h 1218061"/>
                <a:gd name="connsiteX15" fmla="*/ 446296 w 1111396"/>
                <a:gd name="connsiteY15" fmla="*/ 609031 h 1218061"/>
                <a:gd name="connsiteX16" fmla="*/ 443865 w 1111396"/>
                <a:gd name="connsiteY16" fmla="*/ 617672 h 1218061"/>
                <a:gd name="connsiteX17" fmla="*/ 439884 w 1111396"/>
                <a:gd name="connsiteY17" fmla="*/ 642079 h 1218061"/>
                <a:gd name="connsiteX18" fmla="*/ 427085 w 1111396"/>
                <a:gd name="connsiteY18" fmla="*/ 692383 h 1218061"/>
                <a:gd name="connsiteX19" fmla="*/ 426347 w 1111396"/>
                <a:gd name="connsiteY19" fmla="*/ 699884 h 1218061"/>
                <a:gd name="connsiteX20" fmla="*/ 409877 w 1111396"/>
                <a:gd name="connsiteY20" fmla="*/ 719750 h 1218061"/>
                <a:gd name="connsiteX21" fmla="*/ 177946 w 1111396"/>
                <a:gd name="connsiteY21" fmla="*/ 942694 h 1218061"/>
                <a:gd name="connsiteX22" fmla="*/ 6496 w 1111396"/>
                <a:gd name="connsiteY22" fmla="*/ 1204632 h 1218061"/>
                <a:gd name="connsiteX23" fmla="*/ 63423 w 1111396"/>
                <a:gd name="connsiteY23" fmla="*/ 1217952 h 121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11396" h="1218061">
                  <a:moveTo>
                    <a:pt x="63423" y="1217952"/>
                  </a:moveTo>
                  <a:cubicBezTo>
                    <a:pt x="145204" y="1220110"/>
                    <a:pt x="291055" y="1190344"/>
                    <a:pt x="406546" y="1142719"/>
                  </a:cubicBezTo>
                  <a:cubicBezTo>
                    <a:pt x="560534" y="1079219"/>
                    <a:pt x="812946" y="910944"/>
                    <a:pt x="930421" y="823632"/>
                  </a:cubicBezTo>
                  <a:cubicBezTo>
                    <a:pt x="1047896" y="736320"/>
                    <a:pt x="1101871" y="665675"/>
                    <a:pt x="1111396" y="618844"/>
                  </a:cubicBezTo>
                  <a:lnTo>
                    <a:pt x="1109765" y="609031"/>
                  </a:lnTo>
                  <a:lnTo>
                    <a:pt x="1111396" y="599217"/>
                  </a:lnTo>
                  <a:cubicBezTo>
                    <a:pt x="1101871" y="552386"/>
                    <a:pt x="1047896" y="481741"/>
                    <a:pt x="930421" y="394429"/>
                  </a:cubicBezTo>
                  <a:cubicBezTo>
                    <a:pt x="812946" y="307117"/>
                    <a:pt x="560534" y="138842"/>
                    <a:pt x="406546" y="75342"/>
                  </a:cubicBezTo>
                  <a:cubicBezTo>
                    <a:pt x="252558" y="11842"/>
                    <a:pt x="44596" y="-19908"/>
                    <a:pt x="6496" y="13429"/>
                  </a:cubicBezTo>
                  <a:cubicBezTo>
                    <a:pt x="-31604" y="46766"/>
                    <a:pt x="107302" y="190436"/>
                    <a:pt x="177946" y="275367"/>
                  </a:cubicBezTo>
                  <a:cubicBezTo>
                    <a:pt x="239760" y="349682"/>
                    <a:pt x="353229" y="436759"/>
                    <a:pt x="409877" y="498312"/>
                  </a:cubicBezTo>
                  <a:lnTo>
                    <a:pt x="426347" y="518177"/>
                  </a:lnTo>
                  <a:lnTo>
                    <a:pt x="427085" y="525678"/>
                  </a:lnTo>
                  <a:cubicBezTo>
                    <a:pt x="431748" y="541057"/>
                    <a:pt x="440678" y="558917"/>
                    <a:pt x="439884" y="575982"/>
                  </a:cubicBezTo>
                  <a:cubicBezTo>
                    <a:pt x="439487" y="584515"/>
                    <a:pt x="441422" y="592403"/>
                    <a:pt x="443865" y="600390"/>
                  </a:cubicBezTo>
                  <a:lnTo>
                    <a:pt x="446296" y="609031"/>
                  </a:lnTo>
                  <a:lnTo>
                    <a:pt x="443865" y="617672"/>
                  </a:lnTo>
                  <a:cubicBezTo>
                    <a:pt x="441422" y="625659"/>
                    <a:pt x="439487" y="633546"/>
                    <a:pt x="439884" y="642079"/>
                  </a:cubicBezTo>
                  <a:cubicBezTo>
                    <a:pt x="440678" y="659145"/>
                    <a:pt x="431748" y="677004"/>
                    <a:pt x="427085" y="692383"/>
                  </a:cubicBezTo>
                  <a:lnTo>
                    <a:pt x="426347" y="699884"/>
                  </a:lnTo>
                  <a:lnTo>
                    <a:pt x="409877" y="719750"/>
                  </a:lnTo>
                  <a:cubicBezTo>
                    <a:pt x="353229" y="781303"/>
                    <a:pt x="239760" y="868380"/>
                    <a:pt x="177946" y="942694"/>
                  </a:cubicBezTo>
                  <a:cubicBezTo>
                    <a:pt x="107302" y="1027625"/>
                    <a:pt x="-31604" y="1171295"/>
                    <a:pt x="6496" y="1204632"/>
                  </a:cubicBezTo>
                  <a:cubicBezTo>
                    <a:pt x="16021" y="1212966"/>
                    <a:pt x="36162" y="1217233"/>
                    <a:pt x="63423" y="1217952"/>
                  </a:cubicBezTo>
                  <a:close/>
                </a:path>
              </a:pathLst>
            </a:custGeom>
            <a:gradFill>
              <a:gsLst>
                <a:gs pos="25000">
                  <a:srgbClr val="C4E0E0"/>
                </a:gs>
                <a:gs pos="86000">
                  <a:schemeClr val="tx1">
                    <a:lumMod val="75000"/>
                    <a:lumOff val="25000"/>
                  </a:schemeClr>
                </a:gs>
              </a:gsLst>
              <a:lin ang="1080000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C8C732C-3177-4407-B47B-F26A85F207F6}"/>
                </a:ext>
              </a:extLst>
            </p:cNvPr>
            <p:cNvSpPr/>
            <p:nvPr/>
          </p:nvSpPr>
          <p:spPr>
            <a:xfrm flipH="1">
              <a:off x="6541354" y="3595062"/>
              <a:ext cx="1956942" cy="1262226"/>
            </a:xfrm>
            <a:custGeom>
              <a:avLst/>
              <a:gdLst>
                <a:gd name="connsiteX0" fmla="*/ 1071565 w 1098385"/>
                <a:gd name="connsiteY0" fmla="*/ 240180 h 563482"/>
                <a:gd name="connsiteX1" fmla="*/ 822184 w 1098385"/>
                <a:gd name="connsiteY1" fmla="*/ 563452 h 563482"/>
                <a:gd name="connsiteX2" fmla="*/ 425020 w 1098385"/>
                <a:gd name="connsiteY2" fmla="*/ 258652 h 563482"/>
                <a:gd name="connsiteX3" fmla="*/ 147 w 1098385"/>
                <a:gd name="connsiteY3" fmla="*/ 83161 h 563482"/>
                <a:gd name="connsiteX4" fmla="*/ 471202 w 1098385"/>
                <a:gd name="connsiteY4" fmla="*/ 34 h 563482"/>
                <a:gd name="connsiteX5" fmla="*/ 812947 w 1098385"/>
                <a:gd name="connsiteY5" fmla="*/ 73925 h 563482"/>
                <a:gd name="connsiteX6" fmla="*/ 1062329 w 1098385"/>
                <a:gd name="connsiteY6" fmla="*/ 147816 h 563482"/>
                <a:gd name="connsiteX7" fmla="*/ 1071565 w 1098385"/>
                <a:gd name="connsiteY7" fmla="*/ 240180 h 563482"/>
                <a:gd name="connsiteX0" fmla="*/ 1071419 w 1098239"/>
                <a:gd name="connsiteY0" fmla="*/ 314050 h 637352"/>
                <a:gd name="connsiteX1" fmla="*/ 822038 w 1098239"/>
                <a:gd name="connsiteY1" fmla="*/ 637322 h 637352"/>
                <a:gd name="connsiteX2" fmla="*/ 424874 w 1098239"/>
                <a:gd name="connsiteY2" fmla="*/ 332522 h 637352"/>
                <a:gd name="connsiteX3" fmla="*/ 1 w 1098239"/>
                <a:gd name="connsiteY3" fmla="*/ 157031 h 637352"/>
                <a:gd name="connsiteX4" fmla="*/ 422204 w 1098239"/>
                <a:gd name="connsiteY4" fmla="*/ 14 h 637352"/>
                <a:gd name="connsiteX5" fmla="*/ 812801 w 1098239"/>
                <a:gd name="connsiteY5" fmla="*/ 147795 h 637352"/>
                <a:gd name="connsiteX6" fmla="*/ 1062183 w 1098239"/>
                <a:gd name="connsiteY6" fmla="*/ 221686 h 637352"/>
                <a:gd name="connsiteX7" fmla="*/ 1071419 w 1098239"/>
                <a:gd name="connsiteY7" fmla="*/ 314050 h 637352"/>
                <a:gd name="connsiteX0" fmla="*/ 969025 w 995845"/>
                <a:gd name="connsiteY0" fmla="*/ 314036 h 637339"/>
                <a:gd name="connsiteX1" fmla="*/ 719644 w 995845"/>
                <a:gd name="connsiteY1" fmla="*/ 637308 h 637339"/>
                <a:gd name="connsiteX2" fmla="*/ 322480 w 995845"/>
                <a:gd name="connsiteY2" fmla="*/ 332508 h 637339"/>
                <a:gd name="connsiteX3" fmla="*/ 1 w 995845"/>
                <a:gd name="connsiteY3" fmla="*/ 147780 h 637339"/>
                <a:gd name="connsiteX4" fmla="*/ 319810 w 995845"/>
                <a:gd name="connsiteY4" fmla="*/ 0 h 637339"/>
                <a:gd name="connsiteX5" fmla="*/ 710407 w 995845"/>
                <a:gd name="connsiteY5" fmla="*/ 147781 h 637339"/>
                <a:gd name="connsiteX6" fmla="*/ 959789 w 995845"/>
                <a:gd name="connsiteY6" fmla="*/ 221672 h 637339"/>
                <a:gd name="connsiteX7" fmla="*/ 969025 w 995845"/>
                <a:gd name="connsiteY7" fmla="*/ 314036 h 63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95845" h="637339">
                  <a:moveTo>
                    <a:pt x="969025" y="314036"/>
                  </a:moveTo>
                  <a:cubicBezTo>
                    <a:pt x="929001" y="383309"/>
                    <a:pt x="827401" y="634229"/>
                    <a:pt x="719644" y="637308"/>
                  </a:cubicBezTo>
                  <a:cubicBezTo>
                    <a:pt x="611887" y="640387"/>
                    <a:pt x="442420" y="414096"/>
                    <a:pt x="322480" y="332508"/>
                  </a:cubicBezTo>
                  <a:cubicBezTo>
                    <a:pt x="202540" y="250920"/>
                    <a:pt x="446" y="203198"/>
                    <a:pt x="1" y="147780"/>
                  </a:cubicBezTo>
                  <a:cubicBezTo>
                    <a:pt x="-444" y="92362"/>
                    <a:pt x="201409" y="0"/>
                    <a:pt x="319810" y="0"/>
                  </a:cubicBezTo>
                  <a:cubicBezTo>
                    <a:pt x="438211" y="0"/>
                    <a:pt x="611886" y="123151"/>
                    <a:pt x="710407" y="147781"/>
                  </a:cubicBezTo>
                  <a:cubicBezTo>
                    <a:pt x="808928" y="172411"/>
                    <a:pt x="916686" y="193963"/>
                    <a:pt x="959789" y="221672"/>
                  </a:cubicBezTo>
                  <a:cubicBezTo>
                    <a:pt x="1002892" y="249381"/>
                    <a:pt x="1009049" y="244763"/>
                    <a:pt x="969025" y="314036"/>
                  </a:cubicBezTo>
                  <a:close/>
                </a:path>
              </a:pathLst>
            </a:custGeom>
            <a:solidFill>
              <a:srgbClr val="E2EAE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22CC011F-B840-4E05-9905-BB8914C578CC}"/>
                </a:ext>
              </a:extLst>
            </p:cNvPr>
            <p:cNvSpPr/>
            <p:nvPr/>
          </p:nvSpPr>
          <p:spPr>
            <a:xfrm flipH="1">
              <a:off x="609602" y="2446601"/>
              <a:ext cx="9458985" cy="2087991"/>
            </a:xfrm>
            <a:custGeom>
              <a:avLst/>
              <a:gdLst>
                <a:gd name="connsiteX0" fmla="*/ 2743498 w 4776148"/>
                <a:gd name="connsiteY0" fmla="*/ 790 h 1054294"/>
                <a:gd name="connsiteX1" fmla="*/ 3888806 w 4776148"/>
                <a:gd name="connsiteY1" fmla="*/ 111627 h 1054294"/>
                <a:gd name="connsiteX2" fmla="*/ 4553825 w 4776148"/>
                <a:gd name="connsiteY2" fmla="*/ 314828 h 1054294"/>
                <a:gd name="connsiteX3" fmla="*/ 4776148 w 4776148"/>
                <a:gd name="connsiteY3" fmla="*/ 488875 h 1054294"/>
                <a:gd name="connsiteX4" fmla="*/ 4775868 w 4776148"/>
                <a:gd name="connsiteY4" fmla="*/ 517354 h 1054294"/>
                <a:gd name="connsiteX5" fmla="*/ 4767979 w 4776148"/>
                <a:gd name="connsiteY5" fmla="*/ 526200 h 1054294"/>
                <a:gd name="connsiteX6" fmla="*/ 4694364 w 4776148"/>
                <a:gd name="connsiteY6" fmla="*/ 561473 h 1054294"/>
                <a:gd name="connsiteX7" fmla="*/ 4741245 w 4776148"/>
                <a:gd name="connsiteY7" fmla="*/ 541679 h 1054294"/>
                <a:gd name="connsiteX8" fmla="*/ 4775735 w 4776148"/>
                <a:gd name="connsiteY8" fmla="*/ 530920 h 1054294"/>
                <a:gd name="connsiteX9" fmla="*/ 4775498 w 4776148"/>
                <a:gd name="connsiteY9" fmla="*/ 554973 h 1054294"/>
                <a:gd name="connsiteX10" fmla="*/ 4276734 w 4776148"/>
                <a:gd name="connsiteY10" fmla="*/ 841301 h 1054294"/>
                <a:gd name="connsiteX11" fmla="*/ 3002116 w 4776148"/>
                <a:gd name="connsiteY11" fmla="*/ 1053737 h 1054294"/>
                <a:gd name="connsiteX12" fmla="*/ 1579716 w 4776148"/>
                <a:gd name="connsiteY12" fmla="*/ 896719 h 1054294"/>
                <a:gd name="connsiteX13" fmla="*/ 896225 w 4776148"/>
                <a:gd name="connsiteY13" fmla="*/ 702755 h 1054294"/>
                <a:gd name="connsiteX14" fmla="*/ 101897 w 4776148"/>
                <a:gd name="connsiteY14" fmla="*/ 702755 h 1054294"/>
                <a:gd name="connsiteX15" fmla="*/ 9533 w 4776148"/>
                <a:gd name="connsiteY15" fmla="*/ 499555 h 1054294"/>
                <a:gd name="connsiteX16" fmla="*/ 92661 w 4776148"/>
                <a:gd name="connsiteY16" fmla="*/ 305591 h 1054294"/>
                <a:gd name="connsiteX17" fmla="*/ 609897 w 4776148"/>
                <a:gd name="connsiteY17" fmla="*/ 314828 h 1054294"/>
                <a:gd name="connsiteX18" fmla="*/ 1293388 w 4776148"/>
                <a:gd name="connsiteY18" fmla="*/ 167046 h 1054294"/>
                <a:gd name="connsiteX19" fmla="*/ 2096060 w 4776148"/>
                <a:gd name="connsiteY19" fmla="*/ 64874 h 1054294"/>
                <a:gd name="connsiteX20" fmla="*/ 2743498 w 4776148"/>
                <a:gd name="connsiteY20" fmla="*/ 790 h 1054294"/>
                <a:gd name="connsiteX0" fmla="*/ 2743498 w 4776148"/>
                <a:gd name="connsiteY0" fmla="*/ 790 h 1054294"/>
                <a:gd name="connsiteX1" fmla="*/ 3888806 w 4776148"/>
                <a:gd name="connsiteY1" fmla="*/ 111627 h 1054294"/>
                <a:gd name="connsiteX2" fmla="*/ 4553825 w 4776148"/>
                <a:gd name="connsiteY2" fmla="*/ 314828 h 1054294"/>
                <a:gd name="connsiteX3" fmla="*/ 4776148 w 4776148"/>
                <a:gd name="connsiteY3" fmla="*/ 488875 h 1054294"/>
                <a:gd name="connsiteX4" fmla="*/ 4775868 w 4776148"/>
                <a:gd name="connsiteY4" fmla="*/ 517354 h 1054294"/>
                <a:gd name="connsiteX5" fmla="*/ 4767979 w 4776148"/>
                <a:gd name="connsiteY5" fmla="*/ 526200 h 1054294"/>
                <a:gd name="connsiteX6" fmla="*/ 4196683 w 4776148"/>
                <a:gd name="connsiteY6" fmla="*/ 766260 h 1054294"/>
                <a:gd name="connsiteX7" fmla="*/ 4741245 w 4776148"/>
                <a:gd name="connsiteY7" fmla="*/ 541679 h 1054294"/>
                <a:gd name="connsiteX8" fmla="*/ 4775735 w 4776148"/>
                <a:gd name="connsiteY8" fmla="*/ 530920 h 1054294"/>
                <a:gd name="connsiteX9" fmla="*/ 4775498 w 4776148"/>
                <a:gd name="connsiteY9" fmla="*/ 554973 h 1054294"/>
                <a:gd name="connsiteX10" fmla="*/ 4276734 w 4776148"/>
                <a:gd name="connsiteY10" fmla="*/ 841301 h 1054294"/>
                <a:gd name="connsiteX11" fmla="*/ 3002116 w 4776148"/>
                <a:gd name="connsiteY11" fmla="*/ 1053737 h 1054294"/>
                <a:gd name="connsiteX12" fmla="*/ 1579716 w 4776148"/>
                <a:gd name="connsiteY12" fmla="*/ 896719 h 1054294"/>
                <a:gd name="connsiteX13" fmla="*/ 896225 w 4776148"/>
                <a:gd name="connsiteY13" fmla="*/ 702755 h 1054294"/>
                <a:gd name="connsiteX14" fmla="*/ 101897 w 4776148"/>
                <a:gd name="connsiteY14" fmla="*/ 702755 h 1054294"/>
                <a:gd name="connsiteX15" fmla="*/ 9533 w 4776148"/>
                <a:gd name="connsiteY15" fmla="*/ 499555 h 1054294"/>
                <a:gd name="connsiteX16" fmla="*/ 92661 w 4776148"/>
                <a:gd name="connsiteY16" fmla="*/ 305591 h 1054294"/>
                <a:gd name="connsiteX17" fmla="*/ 609897 w 4776148"/>
                <a:gd name="connsiteY17" fmla="*/ 314828 h 1054294"/>
                <a:gd name="connsiteX18" fmla="*/ 1293388 w 4776148"/>
                <a:gd name="connsiteY18" fmla="*/ 167046 h 1054294"/>
                <a:gd name="connsiteX19" fmla="*/ 2096060 w 4776148"/>
                <a:gd name="connsiteY19" fmla="*/ 64874 h 1054294"/>
                <a:gd name="connsiteX20" fmla="*/ 2743498 w 4776148"/>
                <a:gd name="connsiteY20" fmla="*/ 790 h 1054294"/>
                <a:gd name="connsiteX0" fmla="*/ 2743498 w 4776148"/>
                <a:gd name="connsiteY0" fmla="*/ 790 h 1054294"/>
                <a:gd name="connsiteX1" fmla="*/ 3888806 w 4776148"/>
                <a:gd name="connsiteY1" fmla="*/ 111627 h 1054294"/>
                <a:gd name="connsiteX2" fmla="*/ 4553825 w 4776148"/>
                <a:gd name="connsiteY2" fmla="*/ 314828 h 1054294"/>
                <a:gd name="connsiteX3" fmla="*/ 4776148 w 4776148"/>
                <a:gd name="connsiteY3" fmla="*/ 488875 h 1054294"/>
                <a:gd name="connsiteX4" fmla="*/ 4775868 w 4776148"/>
                <a:gd name="connsiteY4" fmla="*/ 517354 h 1054294"/>
                <a:gd name="connsiteX5" fmla="*/ 4767979 w 4776148"/>
                <a:gd name="connsiteY5" fmla="*/ 526200 h 1054294"/>
                <a:gd name="connsiteX6" fmla="*/ 4230020 w 4776148"/>
                <a:gd name="connsiteY6" fmla="*/ 747210 h 1054294"/>
                <a:gd name="connsiteX7" fmla="*/ 4741245 w 4776148"/>
                <a:gd name="connsiteY7" fmla="*/ 541679 h 1054294"/>
                <a:gd name="connsiteX8" fmla="*/ 4775735 w 4776148"/>
                <a:gd name="connsiteY8" fmla="*/ 530920 h 1054294"/>
                <a:gd name="connsiteX9" fmla="*/ 4775498 w 4776148"/>
                <a:gd name="connsiteY9" fmla="*/ 554973 h 1054294"/>
                <a:gd name="connsiteX10" fmla="*/ 4276734 w 4776148"/>
                <a:gd name="connsiteY10" fmla="*/ 841301 h 1054294"/>
                <a:gd name="connsiteX11" fmla="*/ 3002116 w 4776148"/>
                <a:gd name="connsiteY11" fmla="*/ 1053737 h 1054294"/>
                <a:gd name="connsiteX12" fmla="*/ 1579716 w 4776148"/>
                <a:gd name="connsiteY12" fmla="*/ 896719 h 1054294"/>
                <a:gd name="connsiteX13" fmla="*/ 896225 w 4776148"/>
                <a:gd name="connsiteY13" fmla="*/ 702755 h 1054294"/>
                <a:gd name="connsiteX14" fmla="*/ 101897 w 4776148"/>
                <a:gd name="connsiteY14" fmla="*/ 702755 h 1054294"/>
                <a:gd name="connsiteX15" fmla="*/ 9533 w 4776148"/>
                <a:gd name="connsiteY15" fmla="*/ 499555 h 1054294"/>
                <a:gd name="connsiteX16" fmla="*/ 92661 w 4776148"/>
                <a:gd name="connsiteY16" fmla="*/ 305591 h 1054294"/>
                <a:gd name="connsiteX17" fmla="*/ 609897 w 4776148"/>
                <a:gd name="connsiteY17" fmla="*/ 314828 h 1054294"/>
                <a:gd name="connsiteX18" fmla="*/ 1293388 w 4776148"/>
                <a:gd name="connsiteY18" fmla="*/ 167046 h 1054294"/>
                <a:gd name="connsiteX19" fmla="*/ 2096060 w 4776148"/>
                <a:gd name="connsiteY19" fmla="*/ 64874 h 1054294"/>
                <a:gd name="connsiteX20" fmla="*/ 2743498 w 4776148"/>
                <a:gd name="connsiteY20" fmla="*/ 790 h 105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76148" h="1054294">
                  <a:moveTo>
                    <a:pt x="2743498" y="790"/>
                  </a:moveTo>
                  <a:cubicBezTo>
                    <a:pt x="3042289" y="8582"/>
                    <a:pt x="3587085" y="59287"/>
                    <a:pt x="3888806" y="111627"/>
                  </a:cubicBezTo>
                  <a:cubicBezTo>
                    <a:pt x="4190527" y="163967"/>
                    <a:pt x="4441449" y="254792"/>
                    <a:pt x="4553825" y="314828"/>
                  </a:cubicBezTo>
                  <a:cubicBezTo>
                    <a:pt x="4638107" y="359855"/>
                    <a:pt x="4746635" y="423066"/>
                    <a:pt x="4776148" y="488875"/>
                  </a:cubicBezTo>
                  <a:cubicBezTo>
                    <a:pt x="4776055" y="498368"/>
                    <a:pt x="4775961" y="507861"/>
                    <a:pt x="4775868" y="517354"/>
                  </a:cubicBezTo>
                  <a:lnTo>
                    <a:pt x="4767979" y="526200"/>
                  </a:lnTo>
                  <a:cubicBezTo>
                    <a:pt x="4738418" y="546888"/>
                    <a:pt x="4227937" y="743043"/>
                    <a:pt x="4230020" y="747210"/>
                  </a:cubicBezTo>
                  <a:cubicBezTo>
                    <a:pt x="4231409" y="749988"/>
                    <a:pt x="4716986" y="551849"/>
                    <a:pt x="4741245" y="541679"/>
                  </a:cubicBezTo>
                  <a:lnTo>
                    <a:pt x="4775735" y="530920"/>
                  </a:lnTo>
                  <a:lnTo>
                    <a:pt x="4775498" y="554973"/>
                  </a:lnTo>
                  <a:cubicBezTo>
                    <a:pt x="4729316" y="642719"/>
                    <a:pt x="4572298" y="758174"/>
                    <a:pt x="4276734" y="841301"/>
                  </a:cubicBezTo>
                  <a:cubicBezTo>
                    <a:pt x="3981170" y="924428"/>
                    <a:pt x="3451619" y="1044501"/>
                    <a:pt x="3002116" y="1053737"/>
                  </a:cubicBezTo>
                  <a:cubicBezTo>
                    <a:pt x="2552613" y="1062973"/>
                    <a:pt x="1930698" y="955216"/>
                    <a:pt x="1579716" y="896719"/>
                  </a:cubicBezTo>
                  <a:cubicBezTo>
                    <a:pt x="1228734" y="838222"/>
                    <a:pt x="1142528" y="735082"/>
                    <a:pt x="896225" y="702755"/>
                  </a:cubicBezTo>
                  <a:cubicBezTo>
                    <a:pt x="649922" y="670428"/>
                    <a:pt x="249679" y="736622"/>
                    <a:pt x="101897" y="702755"/>
                  </a:cubicBezTo>
                  <a:cubicBezTo>
                    <a:pt x="-45885" y="668888"/>
                    <a:pt x="11072" y="565749"/>
                    <a:pt x="9533" y="499555"/>
                  </a:cubicBezTo>
                  <a:cubicBezTo>
                    <a:pt x="7994" y="433361"/>
                    <a:pt x="-7400" y="336379"/>
                    <a:pt x="92661" y="305591"/>
                  </a:cubicBezTo>
                  <a:cubicBezTo>
                    <a:pt x="192722" y="274803"/>
                    <a:pt x="409776" y="337919"/>
                    <a:pt x="609897" y="314828"/>
                  </a:cubicBezTo>
                  <a:cubicBezTo>
                    <a:pt x="810018" y="291737"/>
                    <a:pt x="1045694" y="208705"/>
                    <a:pt x="1293388" y="167046"/>
                  </a:cubicBezTo>
                  <a:cubicBezTo>
                    <a:pt x="1541082" y="125387"/>
                    <a:pt x="1895939" y="84886"/>
                    <a:pt x="2096060" y="64874"/>
                  </a:cubicBezTo>
                  <a:cubicBezTo>
                    <a:pt x="2296181" y="44862"/>
                    <a:pt x="2444707" y="-7002"/>
                    <a:pt x="2743498" y="790"/>
                  </a:cubicBezTo>
                  <a:close/>
                </a:path>
              </a:pathLst>
            </a:custGeom>
            <a:gradFill flip="none" rotWithShape="1">
              <a:gsLst>
                <a:gs pos="50000">
                  <a:schemeClr val="bg1">
                    <a:lumMod val="95000"/>
                  </a:schemeClr>
                </a:gs>
                <a:gs pos="75000">
                  <a:srgbClr val="93CCCD"/>
                </a:gs>
                <a:gs pos="58000">
                  <a:srgbClr val="C5E0E0"/>
                </a:gs>
                <a:gs pos="84000">
                  <a:srgbClr val="68ADA4"/>
                </a:gs>
                <a:gs pos="100000">
                  <a:srgbClr val="3E8E7B"/>
                </a:gs>
              </a:gsLst>
              <a:lin ang="16200000" scaled="1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49AAD8D8-8E70-4F72-9212-1F34F17C8813}"/>
                </a:ext>
              </a:extLst>
            </p:cNvPr>
            <p:cNvSpPr/>
            <p:nvPr/>
          </p:nvSpPr>
          <p:spPr>
            <a:xfrm flipH="1">
              <a:off x="2824482" y="3077317"/>
              <a:ext cx="440859" cy="643519"/>
            </a:xfrm>
            <a:prstGeom prst="ellipse">
              <a:avLst/>
            </a:prstGeom>
            <a:solidFill>
              <a:schemeClr val="bg1">
                <a:lumMod val="5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EB193D4C-358D-4B1F-A78E-E7EA49DC1C3C}"/>
                </a:ext>
              </a:extLst>
            </p:cNvPr>
            <p:cNvSpPr/>
            <p:nvPr/>
          </p:nvSpPr>
          <p:spPr>
            <a:xfrm flipH="1">
              <a:off x="609600" y="2735270"/>
              <a:ext cx="2264523" cy="1494909"/>
            </a:xfrm>
            <a:custGeom>
              <a:avLst/>
              <a:gdLst>
                <a:gd name="connsiteX0" fmla="*/ 419923 w 1143431"/>
                <a:gd name="connsiteY0" fmla="*/ 0 h 753183"/>
                <a:gd name="connsiteX1" fmla="*/ 471484 w 1143431"/>
                <a:gd name="connsiteY1" fmla="*/ 10865 h 753183"/>
                <a:gd name="connsiteX2" fmla="*/ 921108 w 1143431"/>
                <a:gd name="connsiteY2" fmla="*/ 168677 h 753183"/>
                <a:gd name="connsiteX3" fmla="*/ 1143431 w 1143431"/>
                <a:gd name="connsiteY3" fmla="*/ 342724 h 753183"/>
                <a:gd name="connsiteX4" fmla="*/ 1143151 w 1143431"/>
                <a:gd name="connsiteY4" fmla="*/ 371203 h 753183"/>
                <a:gd name="connsiteX5" fmla="*/ 1135262 w 1143431"/>
                <a:gd name="connsiteY5" fmla="*/ 380049 h 753183"/>
                <a:gd name="connsiteX6" fmla="*/ 597303 w 1143431"/>
                <a:gd name="connsiteY6" fmla="*/ 601059 h 753183"/>
                <a:gd name="connsiteX7" fmla="*/ 1108528 w 1143431"/>
                <a:gd name="connsiteY7" fmla="*/ 395528 h 753183"/>
                <a:gd name="connsiteX8" fmla="*/ 1143018 w 1143431"/>
                <a:gd name="connsiteY8" fmla="*/ 384769 h 753183"/>
                <a:gd name="connsiteX9" fmla="*/ 1142781 w 1143431"/>
                <a:gd name="connsiteY9" fmla="*/ 408822 h 753183"/>
                <a:gd name="connsiteX10" fmla="*/ 644017 w 1143431"/>
                <a:gd name="connsiteY10" fmla="*/ 695150 h 753183"/>
                <a:gd name="connsiteX11" fmla="*/ 418138 w 1143431"/>
                <a:gd name="connsiteY11" fmla="*/ 753183 h 753183"/>
                <a:gd name="connsiteX12" fmla="*/ 413340 w 1143431"/>
                <a:gd name="connsiteY12" fmla="*/ 752376 h 753183"/>
                <a:gd name="connsiteX13" fmla="*/ 103846 w 1143431"/>
                <a:gd name="connsiteY13" fmla="*/ 685108 h 753183"/>
                <a:gd name="connsiteX14" fmla="*/ 2246 w 1143431"/>
                <a:gd name="connsiteY14" fmla="*/ 417254 h 753183"/>
                <a:gd name="connsiteX15" fmla="*/ 48428 w 1143431"/>
                <a:gd name="connsiteY15" fmla="*/ 232526 h 753183"/>
                <a:gd name="connsiteX16" fmla="*/ 214683 w 1143431"/>
                <a:gd name="connsiteY16" fmla="*/ 93981 h 753183"/>
                <a:gd name="connsiteX17" fmla="*/ 331497 w 1143431"/>
                <a:gd name="connsiteY17" fmla="*/ 38413 h 753183"/>
                <a:gd name="connsiteX0" fmla="*/ 419923 w 1143431"/>
                <a:gd name="connsiteY0" fmla="*/ 0 h 753183"/>
                <a:gd name="connsiteX1" fmla="*/ 471484 w 1143431"/>
                <a:gd name="connsiteY1" fmla="*/ 10865 h 753183"/>
                <a:gd name="connsiteX2" fmla="*/ 921108 w 1143431"/>
                <a:gd name="connsiteY2" fmla="*/ 168677 h 753183"/>
                <a:gd name="connsiteX3" fmla="*/ 1143431 w 1143431"/>
                <a:gd name="connsiteY3" fmla="*/ 342724 h 753183"/>
                <a:gd name="connsiteX4" fmla="*/ 1143151 w 1143431"/>
                <a:gd name="connsiteY4" fmla="*/ 371203 h 753183"/>
                <a:gd name="connsiteX5" fmla="*/ 1135262 w 1143431"/>
                <a:gd name="connsiteY5" fmla="*/ 380049 h 753183"/>
                <a:gd name="connsiteX6" fmla="*/ 597303 w 1143431"/>
                <a:gd name="connsiteY6" fmla="*/ 601059 h 753183"/>
                <a:gd name="connsiteX7" fmla="*/ 1108528 w 1143431"/>
                <a:gd name="connsiteY7" fmla="*/ 395528 h 753183"/>
                <a:gd name="connsiteX8" fmla="*/ 1143018 w 1143431"/>
                <a:gd name="connsiteY8" fmla="*/ 384769 h 753183"/>
                <a:gd name="connsiteX9" fmla="*/ 1142781 w 1143431"/>
                <a:gd name="connsiteY9" fmla="*/ 408822 h 753183"/>
                <a:gd name="connsiteX10" fmla="*/ 644017 w 1143431"/>
                <a:gd name="connsiteY10" fmla="*/ 695150 h 753183"/>
                <a:gd name="connsiteX11" fmla="*/ 418138 w 1143431"/>
                <a:gd name="connsiteY11" fmla="*/ 753183 h 753183"/>
                <a:gd name="connsiteX12" fmla="*/ 396671 w 1143431"/>
                <a:gd name="connsiteY12" fmla="*/ 745323 h 753183"/>
                <a:gd name="connsiteX13" fmla="*/ 103846 w 1143431"/>
                <a:gd name="connsiteY13" fmla="*/ 685108 h 753183"/>
                <a:gd name="connsiteX14" fmla="*/ 2246 w 1143431"/>
                <a:gd name="connsiteY14" fmla="*/ 417254 h 753183"/>
                <a:gd name="connsiteX15" fmla="*/ 48428 w 1143431"/>
                <a:gd name="connsiteY15" fmla="*/ 232526 h 753183"/>
                <a:gd name="connsiteX16" fmla="*/ 214683 w 1143431"/>
                <a:gd name="connsiteY16" fmla="*/ 93981 h 753183"/>
                <a:gd name="connsiteX17" fmla="*/ 331497 w 1143431"/>
                <a:gd name="connsiteY17" fmla="*/ 38413 h 753183"/>
                <a:gd name="connsiteX18" fmla="*/ 419923 w 1143431"/>
                <a:gd name="connsiteY18" fmla="*/ 0 h 753183"/>
                <a:gd name="connsiteX0" fmla="*/ 419923 w 1143431"/>
                <a:gd name="connsiteY0" fmla="*/ 0 h 753183"/>
                <a:gd name="connsiteX1" fmla="*/ 471484 w 1143431"/>
                <a:gd name="connsiteY1" fmla="*/ 10865 h 753183"/>
                <a:gd name="connsiteX2" fmla="*/ 921108 w 1143431"/>
                <a:gd name="connsiteY2" fmla="*/ 168677 h 753183"/>
                <a:gd name="connsiteX3" fmla="*/ 1143431 w 1143431"/>
                <a:gd name="connsiteY3" fmla="*/ 342724 h 753183"/>
                <a:gd name="connsiteX4" fmla="*/ 1143151 w 1143431"/>
                <a:gd name="connsiteY4" fmla="*/ 371203 h 753183"/>
                <a:gd name="connsiteX5" fmla="*/ 1135262 w 1143431"/>
                <a:gd name="connsiteY5" fmla="*/ 380049 h 753183"/>
                <a:gd name="connsiteX6" fmla="*/ 597303 w 1143431"/>
                <a:gd name="connsiteY6" fmla="*/ 601059 h 753183"/>
                <a:gd name="connsiteX7" fmla="*/ 1108528 w 1143431"/>
                <a:gd name="connsiteY7" fmla="*/ 395528 h 753183"/>
                <a:gd name="connsiteX8" fmla="*/ 1143018 w 1143431"/>
                <a:gd name="connsiteY8" fmla="*/ 384769 h 753183"/>
                <a:gd name="connsiteX9" fmla="*/ 1142781 w 1143431"/>
                <a:gd name="connsiteY9" fmla="*/ 408822 h 753183"/>
                <a:gd name="connsiteX10" fmla="*/ 644017 w 1143431"/>
                <a:gd name="connsiteY10" fmla="*/ 685745 h 753183"/>
                <a:gd name="connsiteX11" fmla="*/ 418138 w 1143431"/>
                <a:gd name="connsiteY11" fmla="*/ 753183 h 753183"/>
                <a:gd name="connsiteX12" fmla="*/ 396671 w 1143431"/>
                <a:gd name="connsiteY12" fmla="*/ 745323 h 753183"/>
                <a:gd name="connsiteX13" fmla="*/ 103846 w 1143431"/>
                <a:gd name="connsiteY13" fmla="*/ 685108 h 753183"/>
                <a:gd name="connsiteX14" fmla="*/ 2246 w 1143431"/>
                <a:gd name="connsiteY14" fmla="*/ 417254 h 753183"/>
                <a:gd name="connsiteX15" fmla="*/ 48428 w 1143431"/>
                <a:gd name="connsiteY15" fmla="*/ 232526 h 753183"/>
                <a:gd name="connsiteX16" fmla="*/ 214683 w 1143431"/>
                <a:gd name="connsiteY16" fmla="*/ 93981 h 753183"/>
                <a:gd name="connsiteX17" fmla="*/ 331497 w 1143431"/>
                <a:gd name="connsiteY17" fmla="*/ 38413 h 753183"/>
                <a:gd name="connsiteX18" fmla="*/ 419923 w 1143431"/>
                <a:gd name="connsiteY18" fmla="*/ 0 h 753183"/>
                <a:gd name="connsiteX0" fmla="*/ 419923 w 1143431"/>
                <a:gd name="connsiteY0" fmla="*/ 0 h 745334"/>
                <a:gd name="connsiteX1" fmla="*/ 471484 w 1143431"/>
                <a:gd name="connsiteY1" fmla="*/ 10865 h 745334"/>
                <a:gd name="connsiteX2" fmla="*/ 921108 w 1143431"/>
                <a:gd name="connsiteY2" fmla="*/ 168677 h 745334"/>
                <a:gd name="connsiteX3" fmla="*/ 1143431 w 1143431"/>
                <a:gd name="connsiteY3" fmla="*/ 342724 h 745334"/>
                <a:gd name="connsiteX4" fmla="*/ 1143151 w 1143431"/>
                <a:gd name="connsiteY4" fmla="*/ 371203 h 745334"/>
                <a:gd name="connsiteX5" fmla="*/ 1135262 w 1143431"/>
                <a:gd name="connsiteY5" fmla="*/ 380049 h 745334"/>
                <a:gd name="connsiteX6" fmla="*/ 597303 w 1143431"/>
                <a:gd name="connsiteY6" fmla="*/ 601059 h 745334"/>
                <a:gd name="connsiteX7" fmla="*/ 1108528 w 1143431"/>
                <a:gd name="connsiteY7" fmla="*/ 395528 h 745334"/>
                <a:gd name="connsiteX8" fmla="*/ 1143018 w 1143431"/>
                <a:gd name="connsiteY8" fmla="*/ 384769 h 745334"/>
                <a:gd name="connsiteX9" fmla="*/ 1142781 w 1143431"/>
                <a:gd name="connsiteY9" fmla="*/ 408822 h 745334"/>
                <a:gd name="connsiteX10" fmla="*/ 644017 w 1143431"/>
                <a:gd name="connsiteY10" fmla="*/ 685745 h 745334"/>
                <a:gd name="connsiteX11" fmla="*/ 441950 w 1143431"/>
                <a:gd name="connsiteY11" fmla="*/ 741427 h 745334"/>
                <a:gd name="connsiteX12" fmla="*/ 396671 w 1143431"/>
                <a:gd name="connsiteY12" fmla="*/ 745323 h 745334"/>
                <a:gd name="connsiteX13" fmla="*/ 103846 w 1143431"/>
                <a:gd name="connsiteY13" fmla="*/ 685108 h 745334"/>
                <a:gd name="connsiteX14" fmla="*/ 2246 w 1143431"/>
                <a:gd name="connsiteY14" fmla="*/ 417254 h 745334"/>
                <a:gd name="connsiteX15" fmla="*/ 48428 w 1143431"/>
                <a:gd name="connsiteY15" fmla="*/ 232526 h 745334"/>
                <a:gd name="connsiteX16" fmla="*/ 214683 w 1143431"/>
                <a:gd name="connsiteY16" fmla="*/ 93981 h 745334"/>
                <a:gd name="connsiteX17" fmla="*/ 331497 w 1143431"/>
                <a:gd name="connsiteY17" fmla="*/ 38413 h 745334"/>
                <a:gd name="connsiteX18" fmla="*/ 419923 w 1143431"/>
                <a:gd name="connsiteY18" fmla="*/ 0 h 745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43431" h="745334">
                  <a:moveTo>
                    <a:pt x="419923" y="0"/>
                  </a:moveTo>
                  <a:lnTo>
                    <a:pt x="471484" y="10865"/>
                  </a:lnTo>
                  <a:cubicBezTo>
                    <a:pt x="674612" y="61304"/>
                    <a:pt x="836826" y="123650"/>
                    <a:pt x="921108" y="168677"/>
                  </a:cubicBezTo>
                  <a:cubicBezTo>
                    <a:pt x="1005390" y="213704"/>
                    <a:pt x="1113918" y="276915"/>
                    <a:pt x="1143431" y="342724"/>
                  </a:cubicBezTo>
                  <a:cubicBezTo>
                    <a:pt x="1143338" y="352217"/>
                    <a:pt x="1143244" y="361710"/>
                    <a:pt x="1143151" y="371203"/>
                  </a:cubicBezTo>
                  <a:lnTo>
                    <a:pt x="1135262" y="380049"/>
                  </a:lnTo>
                  <a:cubicBezTo>
                    <a:pt x="1105701" y="400737"/>
                    <a:pt x="595220" y="596892"/>
                    <a:pt x="597303" y="601059"/>
                  </a:cubicBezTo>
                  <a:cubicBezTo>
                    <a:pt x="598692" y="603837"/>
                    <a:pt x="1084269" y="405698"/>
                    <a:pt x="1108528" y="395528"/>
                  </a:cubicBezTo>
                  <a:lnTo>
                    <a:pt x="1143018" y="384769"/>
                  </a:lnTo>
                  <a:lnTo>
                    <a:pt x="1142781" y="408822"/>
                  </a:lnTo>
                  <a:cubicBezTo>
                    <a:pt x="1096599" y="496568"/>
                    <a:pt x="939581" y="602618"/>
                    <a:pt x="644017" y="685745"/>
                  </a:cubicBezTo>
                  <a:lnTo>
                    <a:pt x="441950" y="741427"/>
                  </a:lnTo>
                  <a:cubicBezTo>
                    <a:pt x="440351" y="741158"/>
                    <a:pt x="398270" y="745592"/>
                    <a:pt x="396671" y="745323"/>
                  </a:cubicBezTo>
                  <a:cubicBezTo>
                    <a:pt x="242695" y="730143"/>
                    <a:pt x="169584" y="739786"/>
                    <a:pt x="103846" y="685108"/>
                  </a:cubicBezTo>
                  <a:cubicBezTo>
                    <a:pt x="38109" y="630430"/>
                    <a:pt x="11482" y="492684"/>
                    <a:pt x="2246" y="417254"/>
                  </a:cubicBezTo>
                  <a:cubicBezTo>
                    <a:pt x="-6990" y="341824"/>
                    <a:pt x="13022" y="286405"/>
                    <a:pt x="48428" y="232526"/>
                  </a:cubicBezTo>
                  <a:cubicBezTo>
                    <a:pt x="83834" y="178647"/>
                    <a:pt x="149258" y="136314"/>
                    <a:pt x="214683" y="93981"/>
                  </a:cubicBezTo>
                  <a:cubicBezTo>
                    <a:pt x="221653" y="87960"/>
                    <a:pt x="267157" y="66794"/>
                    <a:pt x="331497" y="38413"/>
                  </a:cubicBezTo>
                  <a:lnTo>
                    <a:pt x="419923" y="0"/>
                  </a:lnTo>
                  <a:close/>
                </a:path>
              </a:pathLst>
            </a:custGeom>
            <a:gradFill flip="none" rotWithShape="1">
              <a:gsLst>
                <a:gs pos="37000">
                  <a:schemeClr val="bg1">
                    <a:lumMod val="95000"/>
                  </a:schemeClr>
                </a:gs>
                <a:gs pos="62000">
                  <a:srgbClr val="93CCCD"/>
                </a:gs>
                <a:gs pos="54000">
                  <a:srgbClr val="C5E0E0"/>
                </a:gs>
                <a:gs pos="81000">
                  <a:srgbClr val="68ADA4"/>
                </a:gs>
                <a:gs pos="100000">
                  <a:srgbClr val="3E8E7B"/>
                </a:gs>
              </a:gsLst>
              <a:lin ang="16800000" scaled="0"/>
              <a:tileRect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7E440660-F4E8-4EFB-8B61-FE18FBCD44DB}"/>
                </a:ext>
              </a:extLst>
            </p:cNvPr>
            <p:cNvSpPr/>
            <p:nvPr/>
          </p:nvSpPr>
          <p:spPr>
            <a:xfrm flipH="1">
              <a:off x="4047163" y="2922172"/>
              <a:ext cx="440859" cy="988463"/>
            </a:xfrm>
            <a:prstGeom prst="ellipse">
              <a:avLst/>
            </a:prstGeom>
            <a:solidFill>
              <a:schemeClr val="bg1">
                <a:lumMod val="5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9350DAF0-AA10-4D4F-A872-020FE1FBAEB2}"/>
                </a:ext>
              </a:extLst>
            </p:cNvPr>
            <p:cNvSpPr/>
            <p:nvPr/>
          </p:nvSpPr>
          <p:spPr>
            <a:xfrm flipH="1">
              <a:off x="4720257" y="2937145"/>
              <a:ext cx="440859" cy="988463"/>
            </a:xfrm>
            <a:prstGeom prst="ellipse">
              <a:avLst/>
            </a:prstGeom>
            <a:solidFill>
              <a:schemeClr val="bg1">
                <a:lumMod val="5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89BDC22B-B87A-4431-8D7F-17805E6CC2E5}"/>
                </a:ext>
              </a:extLst>
            </p:cNvPr>
            <p:cNvSpPr/>
            <p:nvPr/>
          </p:nvSpPr>
          <p:spPr>
            <a:xfrm flipH="1">
              <a:off x="3374303" y="3012820"/>
              <a:ext cx="440859" cy="798663"/>
            </a:xfrm>
            <a:prstGeom prst="ellipse">
              <a:avLst/>
            </a:prstGeom>
            <a:solidFill>
              <a:schemeClr val="bg1">
                <a:lumMod val="5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C67EF75E-4119-4FF8-8DD3-E53F5EBFA0F6}"/>
                </a:ext>
              </a:extLst>
            </p:cNvPr>
            <p:cNvSpPr/>
            <p:nvPr/>
          </p:nvSpPr>
          <p:spPr>
            <a:xfrm flipH="1">
              <a:off x="6141408" y="3021324"/>
              <a:ext cx="440859" cy="889311"/>
            </a:xfrm>
            <a:prstGeom prst="ellipse">
              <a:avLst/>
            </a:prstGeom>
            <a:solidFill>
              <a:schemeClr val="bg1">
                <a:lumMod val="5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8725E7F5-4097-4B62-B101-790E155A312F}"/>
                </a:ext>
              </a:extLst>
            </p:cNvPr>
            <p:cNvSpPr/>
            <p:nvPr/>
          </p:nvSpPr>
          <p:spPr>
            <a:xfrm flipH="1">
              <a:off x="9138600" y="3159259"/>
              <a:ext cx="531550" cy="581916"/>
            </a:xfrm>
            <a:prstGeom prst="ellipse">
              <a:avLst/>
            </a:prstGeom>
            <a:solidFill>
              <a:schemeClr val="bg1">
                <a:lumMod val="5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724BC64C-DFCC-42D2-B23B-FCA98711D536}"/>
                </a:ext>
              </a:extLst>
            </p:cNvPr>
            <p:cNvSpPr/>
            <p:nvPr/>
          </p:nvSpPr>
          <p:spPr>
            <a:xfrm flipH="1">
              <a:off x="5465780" y="2955986"/>
              <a:ext cx="440859" cy="988463"/>
            </a:xfrm>
            <a:prstGeom prst="ellipse">
              <a:avLst/>
            </a:prstGeom>
            <a:solidFill>
              <a:schemeClr val="bg1">
                <a:lumMod val="5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308389E9-A8AB-46D4-846D-FAAF03C724AB}"/>
                </a:ext>
              </a:extLst>
            </p:cNvPr>
            <p:cNvSpPr/>
            <p:nvPr/>
          </p:nvSpPr>
          <p:spPr>
            <a:xfrm flipH="1">
              <a:off x="6847598" y="3051270"/>
              <a:ext cx="457238" cy="760213"/>
            </a:xfrm>
            <a:prstGeom prst="ellipse">
              <a:avLst/>
            </a:prstGeom>
            <a:solidFill>
              <a:schemeClr val="bg1">
                <a:lumMod val="5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E36B43B5-C1CE-4786-AE16-C1BD13905767}"/>
                </a:ext>
              </a:extLst>
            </p:cNvPr>
            <p:cNvSpPr/>
            <p:nvPr/>
          </p:nvSpPr>
          <p:spPr>
            <a:xfrm flipH="1">
              <a:off x="7612736" y="3080078"/>
              <a:ext cx="475830" cy="619978"/>
            </a:xfrm>
            <a:prstGeom prst="ellipse">
              <a:avLst/>
            </a:prstGeom>
            <a:solidFill>
              <a:schemeClr val="bg1">
                <a:lumMod val="5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256A9F2C-B905-4EB8-A9D0-5A9C0E3CB0C6}"/>
                </a:ext>
              </a:extLst>
            </p:cNvPr>
            <p:cNvSpPr/>
            <p:nvPr/>
          </p:nvSpPr>
          <p:spPr>
            <a:xfrm flipH="1">
              <a:off x="8407525" y="3117102"/>
              <a:ext cx="457238" cy="565848"/>
            </a:xfrm>
            <a:prstGeom prst="ellipse">
              <a:avLst/>
            </a:prstGeom>
            <a:solidFill>
              <a:schemeClr val="bg1">
                <a:lumMod val="5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209DA1E1-5EA7-4131-B4CA-09B3D082FC3D}"/>
                </a:ext>
              </a:extLst>
            </p:cNvPr>
            <p:cNvSpPr/>
            <p:nvPr/>
          </p:nvSpPr>
          <p:spPr>
            <a:xfrm flipH="1">
              <a:off x="609604" y="2446601"/>
              <a:ext cx="9458985" cy="2087991"/>
            </a:xfrm>
            <a:custGeom>
              <a:avLst/>
              <a:gdLst>
                <a:gd name="connsiteX0" fmla="*/ 2743498 w 4776148"/>
                <a:gd name="connsiteY0" fmla="*/ 790 h 1054294"/>
                <a:gd name="connsiteX1" fmla="*/ 3888806 w 4776148"/>
                <a:gd name="connsiteY1" fmla="*/ 111627 h 1054294"/>
                <a:gd name="connsiteX2" fmla="*/ 4553825 w 4776148"/>
                <a:gd name="connsiteY2" fmla="*/ 314828 h 1054294"/>
                <a:gd name="connsiteX3" fmla="*/ 4776148 w 4776148"/>
                <a:gd name="connsiteY3" fmla="*/ 488875 h 1054294"/>
                <a:gd name="connsiteX4" fmla="*/ 4775868 w 4776148"/>
                <a:gd name="connsiteY4" fmla="*/ 517354 h 1054294"/>
                <a:gd name="connsiteX5" fmla="*/ 4767979 w 4776148"/>
                <a:gd name="connsiteY5" fmla="*/ 526200 h 1054294"/>
                <a:gd name="connsiteX6" fmla="*/ 4694364 w 4776148"/>
                <a:gd name="connsiteY6" fmla="*/ 561473 h 1054294"/>
                <a:gd name="connsiteX7" fmla="*/ 4741245 w 4776148"/>
                <a:gd name="connsiteY7" fmla="*/ 541679 h 1054294"/>
                <a:gd name="connsiteX8" fmla="*/ 4775735 w 4776148"/>
                <a:gd name="connsiteY8" fmla="*/ 530920 h 1054294"/>
                <a:gd name="connsiteX9" fmla="*/ 4775498 w 4776148"/>
                <a:gd name="connsiteY9" fmla="*/ 554973 h 1054294"/>
                <a:gd name="connsiteX10" fmla="*/ 4276734 w 4776148"/>
                <a:gd name="connsiteY10" fmla="*/ 841301 h 1054294"/>
                <a:gd name="connsiteX11" fmla="*/ 3002116 w 4776148"/>
                <a:gd name="connsiteY11" fmla="*/ 1053737 h 1054294"/>
                <a:gd name="connsiteX12" fmla="*/ 1579716 w 4776148"/>
                <a:gd name="connsiteY12" fmla="*/ 896719 h 1054294"/>
                <a:gd name="connsiteX13" fmla="*/ 896225 w 4776148"/>
                <a:gd name="connsiteY13" fmla="*/ 702755 h 1054294"/>
                <a:gd name="connsiteX14" fmla="*/ 101897 w 4776148"/>
                <a:gd name="connsiteY14" fmla="*/ 702755 h 1054294"/>
                <a:gd name="connsiteX15" fmla="*/ 9533 w 4776148"/>
                <a:gd name="connsiteY15" fmla="*/ 499555 h 1054294"/>
                <a:gd name="connsiteX16" fmla="*/ 92661 w 4776148"/>
                <a:gd name="connsiteY16" fmla="*/ 305591 h 1054294"/>
                <a:gd name="connsiteX17" fmla="*/ 609897 w 4776148"/>
                <a:gd name="connsiteY17" fmla="*/ 314828 h 1054294"/>
                <a:gd name="connsiteX18" fmla="*/ 1293388 w 4776148"/>
                <a:gd name="connsiteY18" fmla="*/ 167046 h 1054294"/>
                <a:gd name="connsiteX19" fmla="*/ 2096060 w 4776148"/>
                <a:gd name="connsiteY19" fmla="*/ 64874 h 1054294"/>
                <a:gd name="connsiteX20" fmla="*/ 2743498 w 4776148"/>
                <a:gd name="connsiteY20" fmla="*/ 790 h 1054294"/>
                <a:gd name="connsiteX0" fmla="*/ 2743498 w 4776148"/>
                <a:gd name="connsiteY0" fmla="*/ 790 h 1054294"/>
                <a:gd name="connsiteX1" fmla="*/ 3888806 w 4776148"/>
                <a:gd name="connsiteY1" fmla="*/ 111627 h 1054294"/>
                <a:gd name="connsiteX2" fmla="*/ 4553825 w 4776148"/>
                <a:gd name="connsiteY2" fmla="*/ 314828 h 1054294"/>
                <a:gd name="connsiteX3" fmla="*/ 4776148 w 4776148"/>
                <a:gd name="connsiteY3" fmla="*/ 488875 h 1054294"/>
                <a:gd name="connsiteX4" fmla="*/ 4775868 w 4776148"/>
                <a:gd name="connsiteY4" fmla="*/ 517354 h 1054294"/>
                <a:gd name="connsiteX5" fmla="*/ 4767979 w 4776148"/>
                <a:gd name="connsiteY5" fmla="*/ 526200 h 1054294"/>
                <a:gd name="connsiteX6" fmla="*/ 4196683 w 4776148"/>
                <a:gd name="connsiteY6" fmla="*/ 766260 h 1054294"/>
                <a:gd name="connsiteX7" fmla="*/ 4741245 w 4776148"/>
                <a:gd name="connsiteY7" fmla="*/ 541679 h 1054294"/>
                <a:gd name="connsiteX8" fmla="*/ 4775735 w 4776148"/>
                <a:gd name="connsiteY8" fmla="*/ 530920 h 1054294"/>
                <a:gd name="connsiteX9" fmla="*/ 4775498 w 4776148"/>
                <a:gd name="connsiteY9" fmla="*/ 554973 h 1054294"/>
                <a:gd name="connsiteX10" fmla="*/ 4276734 w 4776148"/>
                <a:gd name="connsiteY10" fmla="*/ 841301 h 1054294"/>
                <a:gd name="connsiteX11" fmla="*/ 3002116 w 4776148"/>
                <a:gd name="connsiteY11" fmla="*/ 1053737 h 1054294"/>
                <a:gd name="connsiteX12" fmla="*/ 1579716 w 4776148"/>
                <a:gd name="connsiteY12" fmla="*/ 896719 h 1054294"/>
                <a:gd name="connsiteX13" fmla="*/ 896225 w 4776148"/>
                <a:gd name="connsiteY13" fmla="*/ 702755 h 1054294"/>
                <a:gd name="connsiteX14" fmla="*/ 101897 w 4776148"/>
                <a:gd name="connsiteY14" fmla="*/ 702755 h 1054294"/>
                <a:gd name="connsiteX15" fmla="*/ 9533 w 4776148"/>
                <a:gd name="connsiteY15" fmla="*/ 499555 h 1054294"/>
                <a:gd name="connsiteX16" fmla="*/ 92661 w 4776148"/>
                <a:gd name="connsiteY16" fmla="*/ 305591 h 1054294"/>
                <a:gd name="connsiteX17" fmla="*/ 609897 w 4776148"/>
                <a:gd name="connsiteY17" fmla="*/ 314828 h 1054294"/>
                <a:gd name="connsiteX18" fmla="*/ 1293388 w 4776148"/>
                <a:gd name="connsiteY18" fmla="*/ 167046 h 1054294"/>
                <a:gd name="connsiteX19" fmla="*/ 2096060 w 4776148"/>
                <a:gd name="connsiteY19" fmla="*/ 64874 h 1054294"/>
                <a:gd name="connsiteX20" fmla="*/ 2743498 w 4776148"/>
                <a:gd name="connsiteY20" fmla="*/ 790 h 1054294"/>
                <a:gd name="connsiteX0" fmla="*/ 2743498 w 4776148"/>
                <a:gd name="connsiteY0" fmla="*/ 790 h 1054294"/>
                <a:gd name="connsiteX1" fmla="*/ 3888806 w 4776148"/>
                <a:gd name="connsiteY1" fmla="*/ 111627 h 1054294"/>
                <a:gd name="connsiteX2" fmla="*/ 4553825 w 4776148"/>
                <a:gd name="connsiteY2" fmla="*/ 314828 h 1054294"/>
                <a:gd name="connsiteX3" fmla="*/ 4776148 w 4776148"/>
                <a:gd name="connsiteY3" fmla="*/ 488875 h 1054294"/>
                <a:gd name="connsiteX4" fmla="*/ 4775868 w 4776148"/>
                <a:gd name="connsiteY4" fmla="*/ 517354 h 1054294"/>
                <a:gd name="connsiteX5" fmla="*/ 4767979 w 4776148"/>
                <a:gd name="connsiteY5" fmla="*/ 526200 h 1054294"/>
                <a:gd name="connsiteX6" fmla="*/ 4230020 w 4776148"/>
                <a:gd name="connsiteY6" fmla="*/ 747210 h 1054294"/>
                <a:gd name="connsiteX7" fmla="*/ 4741245 w 4776148"/>
                <a:gd name="connsiteY7" fmla="*/ 541679 h 1054294"/>
                <a:gd name="connsiteX8" fmla="*/ 4775735 w 4776148"/>
                <a:gd name="connsiteY8" fmla="*/ 530920 h 1054294"/>
                <a:gd name="connsiteX9" fmla="*/ 4775498 w 4776148"/>
                <a:gd name="connsiteY9" fmla="*/ 554973 h 1054294"/>
                <a:gd name="connsiteX10" fmla="*/ 4276734 w 4776148"/>
                <a:gd name="connsiteY10" fmla="*/ 841301 h 1054294"/>
                <a:gd name="connsiteX11" fmla="*/ 3002116 w 4776148"/>
                <a:gd name="connsiteY11" fmla="*/ 1053737 h 1054294"/>
                <a:gd name="connsiteX12" fmla="*/ 1579716 w 4776148"/>
                <a:gd name="connsiteY12" fmla="*/ 896719 h 1054294"/>
                <a:gd name="connsiteX13" fmla="*/ 896225 w 4776148"/>
                <a:gd name="connsiteY13" fmla="*/ 702755 h 1054294"/>
                <a:gd name="connsiteX14" fmla="*/ 101897 w 4776148"/>
                <a:gd name="connsiteY14" fmla="*/ 702755 h 1054294"/>
                <a:gd name="connsiteX15" fmla="*/ 9533 w 4776148"/>
                <a:gd name="connsiteY15" fmla="*/ 499555 h 1054294"/>
                <a:gd name="connsiteX16" fmla="*/ 92661 w 4776148"/>
                <a:gd name="connsiteY16" fmla="*/ 305591 h 1054294"/>
                <a:gd name="connsiteX17" fmla="*/ 609897 w 4776148"/>
                <a:gd name="connsiteY17" fmla="*/ 314828 h 1054294"/>
                <a:gd name="connsiteX18" fmla="*/ 1293388 w 4776148"/>
                <a:gd name="connsiteY18" fmla="*/ 167046 h 1054294"/>
                <a:gd name="connsiteX19" fmla="*/ 2096060 w 4776148"/>
                <a:gd name="connsiteY19" fmla="*/ 64874 h 1054294"/>
                <a:gd name="connsiteX20" fmla="*/ 2743498 w 4776148"/>
                <a:gd name="connsiteY20" fmla="*/ 790 h 105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76148" h="1054294">
                  <a:moveTo>
                    <a:pt x="2743498" y="790"/>
                  </a:moveTo>
                  <a:cubicBezTo>
                    <a:pt x="3042289" y="8582"/>
                    <a:pt x="3587085" y="59287"/>
                    <a:pt x="3888806" y="111627"/>
                  </a:cubicBezTo>
                  <a:cubicBezTo>
                    <a:pt x="4190527" y="163967"/>
                    <a:pt x="4441449" y="254792"/>
                    <a:pt x="4553825" y="314828"/>
                  </a:cubicBezTo>
                  <a:cubicBezTo>
                    <a:pt x="4638107" y="359855"/>
                    <a:pt x="4746635" y="423066"/>
                    <a:pt x="4776148" y="488875"/>
                  </a:cubicBezTo>
                  <a:cubicBezTo>
                    <a:pt x="4776055" y="498368"/>
                    <a:pt x="4775961" y="507861"/>
                    <a:pt x="4775868" y="517354"/>
                  </a:cubicBezTo>
                  <a:lnTo>
                    <a:pt x="4767979" y="526200"/>
                  </a:lnTo>
                  <a:cubicBezTo>
                    <a:pt x="4738418" y="546888"/>
                    <a:pt x="4227937" y="743043"/>
                    <a:pt x="4230020" y="747210"/>
                  </a:cubicBezTo>
                  <a:cubicBezTo>
                    <a:pt x="4231409" y="749988"/>
                    <a:pt x="4716986" y="551849"/>
                    <a:pt x="4741245" y="541679"/>
                  </a:cubicBezTo>
                  <a:lnTo>
                    <a:pt x="4775735" y="530920"/>
                  </a:lnTo>
                  <a:lnTo>
                    <a:pt x="4775498" y="554973"/>
                  </a:lnTo>
                  <a:cubicBezTo>
                    <a:pt x="4729316" y="642719"/>
                    <a:pt x="4572298" y="758174"/>
                    <a:pt x="4276734" y="841301"/>
                  </a:cubicBezTo>
                  <a:cubicBezTo>
                    <a:pt x="3981170" y="924428"/>
                    <a:pt x="3451619" y="1044501"/>
                    <a:pt x="3002116" y="1053737"/>
                  </a:cubicBezTo>
                  <a:cubicBezTo>
                    <a:pt x="2552613" y="1062973"/>
                    <a:pt x="1930698" y="955216"/>
                    <a:pt x="1579716" y="896719"/>
                  </a:cubicBezTo>
                  <a:cubicBezTo>
                    <a:pt x="1228734" y="838222"/>
                    <a:pt x="1142528" y="735082"/>
                    <a:pt x="896225" y="702755"/>
                  </a:cubicBezTo>
                  <a:cubicBezTo>
                    <a:pt x="649922" y="670428"/>
                    <a:pt x="249679" y="736622"/>
                    <a:pt x="101897" y="702755"/>
                  </a:cubicBezTo>
                  <a:cubicBezTo>
                    <a:pt x="-45885" y="668888"/>
                    <a:pt x="11072" y="565749"/>
                    <a:pt x="9533" y="499555"/>
                  </a:cubicBezTo>
                  <a:cubicBezTo>
                    <a:pt x="7994" y="433361"/>
                    <a:pt x="-7400" y="336379"/>
                    <a:pt x="92661" y="305591"/>
                  </a:cubicBezTo>
                  <a:cubicBezTo>
                    <a:pt x="192722" y="274803"/>
                    <a:pt x="409776" y="337919"/>
                    <a:pt x="609897" y="314828"/>
                  </a:cubicBezTo>
                  <a:cubicBezTo>
                    <a:pt x="810018" y="291737"/>
                    <a:pt x="1045694" y="208705"/>
                    <a:pt x="1293388" y="167046"/>
                  </a:cubicBezTo>
                  <a:cubicBezTo>
                    <a:pt x="1541082" y="125387"/>
                    <a:pt x="1895939" y="84886"/>
                    <a:pt x="2096060" y="64874"/>
                  </a:cubicBezTo>
                  <a:cubicBezTo>
                    <a:pt x="2296181" y="44862"/>
                    <a:pt x="2444707" y="-7002"/>
                    <a:pt x="2743498" y="790"/>
                  </a:cubicBezTo>
                  <a:close/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0D9CFA45-06A4-47AC-9180-1539890909CB}"/>
                </a:ext>
              </a:extLst>
            </p:cNvPr>
            <p:cNvSpPr/>
            <p:nvPr/>
          </p:nvSpPr>
          <p:spPr>
            <a:xfrm flipH="1">
              <a:off x="5218435" y="4278627"/>
              <a:ext cx="787539" cy="1101908"/>
            </a:xfrm>
            <a:custGeom>
              <a:avLst/>
              <a:gdLst>
                <a:gd name="connsiteX0" fmla="*/ 397654 w 397654"/>
                <a:gd name="connsiteY0" fmla="*/ 46182 h 556389"/>
                <a:gd name="connsiteX1" fmla="*/ 277581 w 397654"/>
                <a:gd name="connsiteY1" fmla="*/ 554182 h 556389"/>
                <a:gd name="connsiteX2" fmla="*/ 490 w 397654"/>
                <a:gd name="connsiteY2" fmla="*/ 221672 h 556389"/>
                <a:gd name="connsiteX3" fmla="*/ 351472 w 397654"/>
                <a:gd name="connsiteY3" fmla="*/ 0 h 55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54" h="556389">
                  <a:moveTo>
                    <a:pt x="397654" y="46182"/>
                  </a:moveTo>
                  <a:cubicBezTo>
                    <a:pt x="370714" y="285558"/>
                    <a:pt x="343775" y="524934"/>
                    <a:pt x="277581" y="554182"/>
                  </a:cubicBezTo>
                  <a:cubicBezTo>
                    <a:pt x="211387" y="583430"/>
                    <a:pt x="-11825" y="314036"/>
                    <a:pt x="490" y="221672"/>
                  </a:cubicBezTo>
                  <a:cubicBezTo>
                    <a:pt x="12805" y="129308"/>
                    <a:pt x="182138" y="64654"/>
                    <a:pt x="351472" y="0"/>
                  </a:cubicBezTo>
                </a:path>
              </a:pathLst>
            </a:custGeom>
            <a:solidFill>
              <a:srgbClr val="E2EAE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5E4F0DB6-4BA9-45FF-8F8A-412EAEE21CDD}"/>
                </a:ext>
              </a:extLst>
            </p:cNvPr>
            <p:cNvSpPr/>
            <p:nvPr/>
          </p:nvSpPr>
          <p:spPr>
            <a:xfrm flipH="1">
              <a:off x="2807732" y="3965294"/>
              <a:ext cx="1086025" cy="409606"/>
            </a:xfrm>
            <a:custGeom>
              <a:avLst/>
              <a:gdLst>
                <a:gd name="connsiteX0" fmla="*/ 665460 w 739351"/>
                <a:gd name="connsiteY0" fmla="*/ 23366 h 193243"/>
                <a:gd name="connsiteX1" fmla="*/ 9679 w 739351"/>
                <a:gd name="connsiteY1" fmla="*/ 14129 h 193243"/>
                <a:gd name="connsiteX2" fmla="*/ 305242 w 739351"/>
                <a:gd name="connsiteY2" fmla="*/ 189620 h 193243"/>
                <a:gd name="connsiteX3" fmla="*/ 739351 w 739351"/>
                <a:gd name="connsiteY3" fmla="*/ 115729 h 19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9351" h="193243">
                  <a:moveTo>
                    <a:pt x="665460" y="23366"/>
                  </a:moveTo>
                  <a:cubicBezTo>
                    <a:pt x="367587" y="4893"/>
                    <a:pt x="69715" y="-13580"/>
                    <a:pt x="9679" y="14129"/>
                  </a:cubicBezTo>
                  <a:cubicBezTo>
                    <a:pt x="-50357" y="41838"/>
                    <a:pt x="183630" y="172687"/>
                    <a:pt x="305242" y="189620"/>
                  </a:cubicBezTo>
                  <a:cubicBezTo>
                    <a:pt x="426854" y="206553"/>
                    <a:pt x="583102" y="161141"/>
                    <a:pt x="739351" y="115729"/>
                  </a:cubicBezTo>
                </a:path>
              </a:pathLst>
            </a:custGeom>
            <a:gradFill>
              <a:gsLst>
                <a:gs pos="100000">
                  <a:srgbClr val="D7DDD7"/>
                </a:gs>
                <a:gs pos="0">
                  <a:srgbClr val="A2A08A"/>
                </a:gs>
              </a:gsLst>
              <a:lin ang="420000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41790A5C-E3FA-4291-8F93-182E86F6D8BD}"/>
                </a:ext>
              </a:extLst>
            </p:cNvPr>
            <p:cNvSpPr/>
            <p:nvPr/>
          </p:nvSpPr>
          <p:spPr>
            <a:xfrm flipH="1">
              <a:off x="2064816" y="2922172"/>
              <a:ext cx="809306" cy="1298752"/>
            </a:xfrm>
            <a:custGeom>
              <a:avLst/>
              <a:gdLst>
                <a:gd name="connsiteX0" fmla="*/ 408645 w 408645"/>
                <a:gd name="connsiteY0" fmla="*/ 655782 h 655782"/>
                <a:gd name="connsiteX1" fmla="*/ 103845 w 408645"/>
                <a:gd name="connsiteY1" fmla="*/ 591127 h 655782"/>
                <a:gd name="connsiteX2" fmla="*/ 2245 w 408645"/>
                <a:gd name="connsiteY2" fmla="*/ 323273 h 655782"/>
                <a:gd name="connsiteX3" fmla="*/ 48427 w 408645"/>
                <a:gd name="connsiteY3" fmla="*/ 138545 h 655782"/>
                <a:gd name="connsiteX4" fmla="*/ 214682 w 408645"/>
                <a:gd name="connsiteY4" fmla="*/ 0 h 65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645" h="655782">
                  <a:moveTo>
                    <a:pt x="408645" y="655782"/>
                  </a:moveTo>
                  <a:cubicBezTo>
                    <a:pt x="290111" y="651163"/>
                    <a:pt x="171578" y="646545"/>
                    <a:pt x="103845" y="591127"/>
                  </a:cubicBezTo>
                  <a:cubicBezTo>
                    <a:pt x="36112" y="535709"/>
                    <a:pt x="11481" y="398703"/>
                    <a:pt x="2245" y="323273"/>
                  </a:cubicBezTo>
                  <a:cubicBezTo>
                    <a:pt x="-6991" y="247843"/>
                    <a:pt x="13021" y="192424"/>
                    <a:pt x="48427" y="138545"/>
                  </a:cubicBezTo>
                  <a:cubicBezTo>
                    <a:pt x="83833" y="84666"/>
                    <a:pt x="149257" y="42333"/>
                    <a:pt x="214682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18C0185-153E-4524-9B3D-89A46CD18EA0}"/>
                </a:ext>
              </a:extLst>
            </p:cNvPr>
            <p:cNvSpPr/>
            <p:nvPr/>
          </p:nvSpPr>
          <p:spPr>
            <a:xfrm flipH="1">
              <a:off x="1911410" y="3306773"/>
              <a:ext cx="577305" cy="786569"/>
            </a:xfrm>
            <a:custGeom>
              <a:avLst/>
              <a:gdLst>
                <a:gd name="connsiteX0" fmla="*/ 291500 w 291500"/>
                <a:gd name="connsiteY0" fmla="*/ 397164 h 397164"/>
                <a:gd name="connsiteX1" fmla="*/ 5173 w 291500"/>
                <a:gd name="connsiteY1" fmla="*/ 304800 h 397164"/>
                <a:gd name="connsiteX2" fmla="*/ 134482 w 291500"/>
                <a:gd name="connsiteY2" fmla="*/ 0 h 397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1500" h="397164">
                  <a:moveTo>
                    <a:pt x="291500" y="397164"/>
                  </a:moveTo>
                  <a:cubicBezTo>
                    <a:pt x="161421" y="384079"/>
                    <a:pt x="31343" y="370994"/>
                    <a:pt x="5173" y="304800"/>
                  </a:cubicBezTo>
                  <a:cubicBezTo>
                    <a:pt x="-20997" y="238606"/>
                    <a:pt x="56742" y="119303"/>
                    <a:pt x="134482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851C2C17-0521-45CE-838C-A3E9962CA49F}"/>
                </a:ext>
              </a:extLst>
            </p:cNvPr>
            <p:cNvSpPr/>
            <p:nvPr/>
          </p:nvSpPr>
          <p:spPr>
            <a:xfrm flipH="1">
              <a:off x="1102101" y="3055845"/>
              <a:ext cx="577307" cy="577307"/>
            </a:xfrm>
            <a:prstGeom prst="ellipse">
              <a:avLst/>
            </a:prstGeom>
            <a:solidFill>
              <a:srgbClr val="E2EAE7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3" name="Oval 24">
              <a:extLst>
                <a:ext uri="{FF2B5EF4-FFF2-40B4-BE49-F238E27FC236}">
                  <a16:creationId xmlns:a16="http://schemas.microsoft.com/office/drawing/2014/main" id="{C74E2FCC-1FBD-44D0-9819-7785F80E008F}"/>
                </a:ext>
              </a:extLst>
            </p:cNvPr>
            <p:cNvSpPr/>
            <p:nvPr/>
          </p:nvSpPr>
          <p:spPr>
            <a:xfrm flipH="1">
              <a:off x="1215684" y="3198088"/>
              <a:ext cx="332574" cy="301638"/>
            </a:xfrm>
            <a:custGeom>
              <a:avLst/>
              <a:gdLst>
                <a:gd name="connsiteX0" fmla="*/ 0 w 309526"/>
                <a:gd name="connsiteY0" fmla="*/ 154763 h 309526"/>
                <a:gd name="connsiteX1" fmla="*/ 154763 w 309526"/>
                <a:gd name="connsiteY1" fmla="*/ 0 h 309526"/>
                <a:gd name="connsiteX2" fmla="*/ 309526 w 309526"/>
                <a:gd name="connsiteY2" fmla="*/ 154763 h 309526"/>
                <a:gd name="connsiteX3" fmla="*/ 154763 w 309526"/>
                <a:gd name="connsiteY3" fmla="*/ 309526 h 309526"/>
                <a:gd name="connsiteX4" fmla="*/ 0 w 309526"/>
                <a:gd name="connsiteY4" fmla="*/ 154763 h 309526"/>
                <a:gd name="connsiteX0" fmla="*/ 0 w 341276"/>
                <a:gd name="connsiteY0" fmla="*/ 154766 h 309531"/>
                <a:gd name="connsiteX1" fmla="*/ 154763 w 341276"/>
                <a:gd name="connsiteY1" fmla="*/ 3 h 309531"/>
                <a:gd name="connsiteX2" fmla="*/ 341276 w 341276"/>
                <a:gd name="connsiteY2" fmla="*/ 151591 h 309531"/>
                <a:gd name="connsiteX3" fmla="*/ 154763 w 341276"/>
                <a:gd name="connsiteY3" fmla="*/ 309529 h 309531"/>
                <a:gd name="connsiteX4" fmla="*/ 0 w 341276"/>
                <a:gd name="connsiteY4" fmla="*/ 154766 h 30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276" h="309531">
                  <a:moveTo>
                    <a:pt x="0" y="154766"/>
                  </a:moveTo>
                  <a:cubicBezTo>
                    <a:pt x="0" y="69293"/>
                    <a:pt x="97884" y="532"/>
                    <a:pt x="154763" y="3"/>
                  </a:cubicBezTo>
                  <a:cubicBezTo>
                    <a:pt x="211642" y="-526"/>
                    <a:pt x="341276" y="66118"/>
                    <a:pt x="341276" y="151591"/>
                  </a:cubicBezTo>
                  <a:cubicBezTo>
                    <a:pt x="341276" y="237064"/>
                    <a:pt x="211642" y="309000"/>
                    <a:pt x="154763" y="309529"/>
                  </a:cubicBezTo>
                  <a:cubicBezTo>
                    <a:pt x="97884" y="310058"/>
                    <a:pt x="0" y="240239"/>
                    <a:pt x="0" y="154766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515D23B-904F-45E5-9FD6-BE43A908DB82}"/>
                </a:ext>
              </a:extLst>
            </p:cNvPr>
            <p:cNvSpPr/>
            <p:nvPr/>
          </p:nvSpPr>
          <p:spPr>
            <a:xfrm flipH="1">
              <a:off x="2929863" y="3197221"/>
              <a:ext cx="6941920" cy="189449"/>
            </a:xfrm>
            <a:custGeom>
              <a:avLst/>
              <a:gdLst>
                <a:gd name="connsiteX0" fmla="*/ 3505200 w 3505200"/>
                <a:gd name="connsiteY0" fmla="*/ 0 h 95659"/>
                <a:gd name="connsiteX1" fmla="*/ 2447925 w 3505200"/>
                <a:gd name="connsiteY1" fmla="*/ 28575 h 95659"/>
                <a:gd name="connsiteX2" fmla="*/ 1238250 w 3505200"/>
                <a:gd name="connsiteY2" fmla="*/ 85725 h 95659"/>
                <a:gd name="connsiteX3" fmla="*/ 0 w 3505200"/>
                <a:gd name="connsiteY3" fmla="*/ 95250 h 95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05200" h="95659">
                  <a:moveTo>
                    <a:pt x="3505200" y="0"/>
                  </a:moveTo>
                  <a:lnTo>
                    <a:pt x="2447925" y="28575"/>
                  </a:lnTo>
                  <a:cubicBezTo>
                    <a:pt x="2070100" y="42862"/>
                    <a:pt x="1646237" y="74613"/>
                    <a:pt x="1238250" y="85725"/>
                  </a:cubicBezTo>
                  <a:cubicBezTo>
                    <a:pt x="830263" y="96837"/>
                    <a:pt x="415131" y="96043"/>
                    <a:pt x="0" y="95250"/>
                  </a:cubicBezTo>
                </a:path>
              </a:pathLst>
            </a:custGeom>
            <a:noFill/>
            <a:ln w="3175">
              <a:solidFill>
                <a:srgbClr val="D0E5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D8557032-40ED-4F7C-AE2B-9DE07FB1130D}"/>
                </a:ext>
              </a:extLst>
            </p:cNvPr>
            <p:cNvSpPr/>
            <p:nvPr/>
          </p:nvSpPr>
          <p:spPr>
            <a:xfrm rot="171477" flipH="1" flipV="1">
              <a:off x="2436729" y="3114500"/>
              <a:ext cx="141211" cy="142549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5BF8D67A-64EA-4A17-8D3A-D0062950DD70}"/>
                </a:ext>
              </a:extLst>
            </p:cNvPr>
            <p:cNvSpPr/>
            <p:nvPr/>
          </p:nvSpPr>
          <p:spPr>
            <a:xfrm rot="171477" flipH="1" flipV="1">
              <a:off x="2040132" y="3031916"/>
              <a:ext cx="141211" cy="142549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414D4F6F-2C39-41FA-B9D9-DAE4D6028539}"/>
                </a:ext>
              </a:extLst>
            </p:cNvPr>
            <p:cNvSpPr/>
            <p:nvPr/>
          </p:nvSpPr>
          <p:spPr>
            <a:xfrm rot="171477" flipH="1" flipV="1">
              <a:off x="9765699" y="3227995"/>
              <a:ext cx="141211" cy="142549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922FE259-EFB0-45EB-8311-6B222AC57FBA}"/>
                </a:ext>
              </a:extLst>
            </p:cNvPr>
            <p:cNvSpPr/>
            <p:nvPr/>
          </p:nvSpPr>
          <p:spPr>
            <a:xfrm rot="171477" flipH="1" flipV="1">
              <a:off x="8932650" y="3145964"/>
              <a:ext cx="141211" cy="142549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0CB39128-8438-4BCA-948B-922903F76238}"/>
                </a:ext>
              </a:extLst>
            </p:cNvPr>
            <p:cNvSpPr/>
            <p:nvPr/>
          </p:nvSpPr>
          <p:spPr>
            <a:xfrm rot="171477" flipH="1" flipV="1">
              <a:off x="9889597" y="3139846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2FEC6076-B6AD-4D80-BAF8-CEC49DC8BC27}"/>
                </a:ext>
              </a:extLst>
            </p:cNvPr>
            <p:cNvSpPr/>
            <p:nvPr/>
          </p:nvSpPr>
          <p:spPr>
            <a:xfrm rot="171477" flipH="1" flipV="1">
              <a:off x="2340036" y="2829627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D9EE6936-5809-4653-9B6F-E4F0705261BD}"/>
                </a:ext>
              </a:extLst>
            </p:cNvPr>
            <p:cNvSpPr/>
            <p:nvPr/>
          </p:nvSpPr>
          <p:spPr>
            <a:xfrm rot="171477" flipH="1" flipV="1">
              <a:off x="1448386" y="294737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5A1F1FCC-5267-4D34-8EF7-16C5CDF69D5E}"/>
                </a:ext>
              </a:extLst>
            </p:cNvPr>
            <p:cNvSpPr/>
            <p:nvPr/>
          </p:nvSpPr>
          <p:spPr>
            <a:xfrm rot="171477" flipH="1" flipV="1">
              <a:off x="2689132" y="292438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04DA5F41-B6CB-4541-A683-A20A17979215}"/>
                </a:ext>
              </a:extLst>
            </p:cNvPr>
            <p:cNvSpPr/>
            <p:nvPr/>
          </p:nvSpPr>
          <p:spPr>
            <a:xfrm rot="171477" flipH="1" flipV="1">
              <a:off x="2991203" y="2907767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8EC2075B-CDD2-469B-BB7F-2FAF1B5A88C2}"/>
                </a:ext>
              </a:extLst>
            </p:cNvPr>
            <p:cNvSpPr/>
            <p:nvPr/>
          </p:nvSpPr>
          <p:spPr>
            <a:xfrm rot="171477" flipH="1" flipV="1">
              <a:off x="2924087" y="2702742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3A1105D9-D810-4FB7-AA91-5E3A8E0B63EC}"/>
                </a:ext>
              </a:extLst>
            </p:cNvPr>
            <p:cNvSpPr/>
            <p:nvPr/>
          </p:nvSpPr>
          <p:spPr>
            <a:xfrm rot="171477" flipH="1" flipV="1">
              <a:off x="2714505" y="2674605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C313E40E-9112-4CFB-B14F-7BAF9DA9F34F}"/>
                </a:ext>
              </a:extLst>
            </p:cNvPr>
            <p:cNvSpPr/>
            <p:nvPr/>
          </p:nvSpPr>
          <p:spPr>
            <a:xfrm rot="171477" flipH="1" flipV="1">
              <a:off x="2014881" y="2823088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7B1C2F18-446A-490F-9968-64A870BD74AA}"/>
                </a:ext>
              </a:extLst>
            </p:cNvPr>
            <p:cNvSpPr/>
            <p:nvPr/>
          </p:nvSpPr>
          <p:spPr>
            <a:xfrm rot="171477" flipH="1" flipV="1">
              <a:off x="1771793" y="289923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14AE9FA8-6487-4C5E-B6B1-978A8D42DF57}"/>
                </a:ext>
              </a:extLst>
            </p:cNvPr>
            <p:cNvSpPr/>
            <p:nvPr/>
          </p:nvSpPr>
          <p:spPr>
            <a:xfrm rot="171477" flipH="1" flipV="1">
              <a:off x="9638197" y="310402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971E54BD-A29C-4C29-8D54-E6E517C4FBD9}"/>
                </a:ext>
              </a:extLst>
            </p:cNvPr>
            <p:cNvSpPr/>
            <p:nvPr/>
          </p:nvSpPr>
          <p:spPr>
            <a:xfrm rot="171477" flipH="1" flipV="1">
              <a:off x="8184331" y="3250431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5E4370E5-D464-46A8-8409-1EC5B6022B9F}"/>
                </a:ext>
              </a:extLst>
            </p:cNvPr>
            <p:cNvSpPr/>
            <p:nvPr/>
          </p:nvSpPr>
          <p:spPr>
            <a:xfrm rot="171477" flipH="1" flipV="1">
              <a:off x="8298784" y="330319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55907D28-4D27-4ABC-9487-A6F8FEDA6E34}"/>
                </a:ext>
              </a:extLst>
            </p:cNvPr>
            <p:cNvSpPr/>
            <p:nvPr/>
          </p:nvSpPr>
          <p:spPr>
            <a:xfrm rot="171477" flipH="1" flipV="1">
              <a:off x="9175696" y="3122452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C2EF3184-3971-46AE-947F-E98666DC6642}"/>
                </a:ext>
              </a:extLst>
            </p:cNvPr>
            <p:cNvSpPr/>
            <p:nvPr/>
          </p:nvSpPr>
          <p:spPr>
            <a:xfrm rot="171477" flipH="1" flipV="1">
              <a:off x="9416131" y="3078728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7BB02BD7-C794-46B1-A751-A964196A2D01}"/>
                </a:ext>
              </a:extLst>
            </p:cNvPr>
            <p:cNvSpPr/>
            <p:nvPr/>
          </p:nvSpPr>
          <p:spPr>
            <a:xfrm rot="171477" flipH="1" flipV="1">
              <a:off x="8048969" y="3051139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09D22F5E-D07B-4FB2-8444-826203F44843}"/>
                </a:ext>
              </a:extLst>
            </p:cNvPr>
            <p:cNvSpPr/>
            <p:nvPr/>
          </p:nvSpPr>
          <p:spPr>
            <a:xfrm rot="171477" flipH="1" flipV="1">
              <a:off x="9321750" y="3260845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46B53EFE-1040-400B-8A15-3B846EA89E77}"/>
                </a:ext>
              </a:extLst>
            </p:cNvPr>
            <p:cNvSpPr/>
            <p:nvPr/>
          </p:nvSpPr>
          <p:spPr>
            <a:xfrm rot="171477" flipH="1" flipV="1">
              <a:off x="9519401" y="3270418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5B86A529-1548-4FD6-B8F2-6EFC5A79DAD6}"/>
                </a:ext>
              </a:extLst>
            </p:cNvPr>
            <p:cNvSpPr/>
            <p:nvPr/>
          </p:nvSpPr>
          <p:spPr>
            <a:xfrm rot="171477" flipH="1" flipV="1">
              <a:off x="8262882" y="3026310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E204EB6C-4DC9-4271-9E16-B155FEB258D0}"/>
                </a:ext>
              </a:extLst>
            </p:cNvPr>
            <p:cNvSpPr/>
            <p:nvPr/>
          </p:nvSpPr>
          <p:spPr>
            <a:xfrm rot="171477" flipH="1" flipV="1">
              <a:off x="8659468" y="3236125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E5579451-88F4-470C-AD94-4C40CEC82EFB}"/>
                </a:ext>
              </a:extLst>
            </p:cNvPr>
            <p:cNvSpPr/>
            <p:nvPr/>
          </p:nvSpPr>
          <p:spPr>
            <a:xfrm rot="171477" flipH="1" flipV="1">
              <a:off x="8478471" y="3122452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C4CEEACC-C0A5-450B-8350-FD42109D5348}"/>
                </a:ext>
              </a:extLst>
            </p:cNvPr>
            <p:cNvSpPr/>
            <p:nvPr/>
          </p:nvSpPr>
          <p:spPr>
            <a:xfrm rot="171477" flipH="1" flipV="1">
              <a:off x="7705174" y="3209791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1E97CE2-B936-4D21-9664-A1739F641FF8}"/>
                </a:ext>
              </a:extLst>
            </p:cNvPr>
            <p:cNvSpPr/>
            <p:nvPr/>
          </p:nvSpPr>
          <p:spPr>
            <a:xfrm rot="171477" flipH="1" flipV="1">
              <a:off x="7462207" y="2811488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98956E5F-63F6-450B-9491-195456442C15}"/>
                </a:ext>
              </a:extLst>
            </p:cNvPr>
            <p:cNvSpPr/>
            <p:nvPr/>
          </p:nvSpPr>
          <p:spPr>
            <a:xfrm rot="171477" flipH="1" flipV="1">
              <a:off x="7754773" y="2959347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79451ACF-217B-48FF-B4DF-A4C96C462300}"/>
                </a:ext>
              </a:extLst>
            </p:cNvPr>
            <p:cNvSpPr/>
            <p:nvPr/>
          </p:nvSpPr>
          <p:spPr>
            <a:xfrm rot="171477" flipH="1" flipV="1">
              <a:off x="2525844" y="2743070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56DAEF97-3726-43D4-903C-C68009ABCB25}"/>
                </a:ext>
              </a:extLst>
            </p:cNvPr>
            <p:cNvSpPr/>
            <p:nvPr/>
          </p:nvSpPr>
          <p:spPr>
            <a:xfrm rot="171477" flipH="1" flipV="1">
              <a:off x="1691334" y="307117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DD1038C7-606F-4736-B72B-2CB96EB63E1B}"/>
                </a:ext>
              </a:extLst>
            </p:cNvPr>
            <p:cNvSpPr/>
            <p:nvPr/>
          </p:nvSpPr>
          <p:spPr>
            <a:xfrm rot="171477" flipH="1" flipV="1">
              <a:off x="3207701" y="2837684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A1241C4C-25E3-4BB8-BC8A-3CEB34BC7405}"/>
                </a:ext>
              </a:extLst>
            </p:cNvPr>
            <p:cNvSpPr/>
            <p:nvPr/>
          </p:nvSpPr>
          <p:spPr>
            <a:xfrm rot="171477" flipH="1" flipV="1">
              <a:off x="4814689" y="2572667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4BD9F435-2A49-48C8-91B2-D5FB650F044C}"/>
                </a:ext>
              </a:extLst>
            </p:cNvPr>
            <p:cNvSpPr/>
            <p:nvPr/>
          </p:nvSpPr>
          <p:spPr>
            <a:xfrm rot="171477" flipH="1" flipV="1">
              <a:off x="4674191" y="2716941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7B5422CC-4454-4AC0-ABD3-105E1ABAEE7C}"/>
                </a:ext>
              </a:extLst>
            </p:cNvPr>
            <p:cNvSpPr/>
            <p:nvPr/>
          </p:nvSpPr>
          <p:spPr>
            <a:xfrm rot="171477" flipH="1" flipV="1">
              <a:off x="4505119" y="3109404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8F3F6A3B-3B17-4BB0-9CDC-26F5731593ED}"/>
                </a:ext>
              </a:extLst>
            </p:cNvPr>
            <p:cNvSpPr/>
            <p:nvPr/>
          </p:nvSpPr>
          <p:spPr>
            <a:xfrm rot="171477" flipH="1" flipV="1">
              <a:off x="3808963" y="309746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4192F6B5-45A0-445C-9CF7-5F224CFB91F9}"/>
                </a:ext>
              </a:extLst>
            </p:cNvPr>
            <p:cNvSpPr/>
            <p:nvPr/>
          </p:nvSpPr>
          <p:spPr>
            <a:xfrm rot="171477" flipH="1" flipV="1">
              <a:off x="5975758" y="3218119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995D661D-1FA9-491A-82D7-3EB1D6FB268A}"/>
                </a:ext>
              </a:extLst>
            </p:cNvPr>
            <p:cNvSpPr/>
            <p:nvPr/>
          </p:nvSpPr>
          <p:spPr>
            <a:xfrm rot="171477" flipH="1" flipV="1">
              <a:off x="7326365" y="3174549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B96B75DC-F94C-4846-91C2-64ACC94E4599}"/>
                </a:ext>
              </a:extLst>
            </p:cNvPr>
            <p:cNvSpPr/>
            <p:nvPr/>
          </p:nvSpPr>
          <p:spPr>
            <a:xfrm rot="171477" flipH="1" flipV="1">
              <a:off x="3155911" y="2572667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0891C784-B630-42F5-B1B6-6A018AF0AB1C}"/>
                </a:ext>
              </a:extLst>
            </p:cNvPr>
            <p:cNvSpPr/>
            <p:nvPr/>
          </p:nvSpPr>
          <p:spPr>
            <a:xfrm rot="171477" flipH="1" flipV="1">
              <a:off x="5067657" y="2554645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03D3E7A4-B1B5-4A5A-A6FB-9D60F9F44B3F}"/>
                </a:ext>
              </a:extLst>
            </p:cNvPr>
            <p:cNvSpPr/>
            <p:nvPr/>
          </p:nvSpPr>
          <p:spPr>
            <a:xfrm rot="171477" flipH="1" flipV="1">
              <a:off x="7541322" y="3001514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388FFDFE-1B7D-4FAD-89FA-1DDCE0DB62A9}"/>
                </a:ext>
              </a:extLst>
            </p:cNvPr>
            <p:cNvSpPr/>
            <p:nvPr/>
          </p:nvSpPr>
          <p:spPr>
            <a:xfrm rot="171477" flipH="1" flipV="1">
              <a:off x="6687396" y="3218119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878C600E-E35D-4A7E-8D35-3FA3956E9D4B}"/>
                </a:ext>
              </a:extLst>
            </p:cNvPr>
            <p:cNvSpPr/>
            <p:nvPr/>
          </p:nvSpPr>
          <p:spPr>
            <a:xfrm rot="171477" flipH="1" flipV="1">
              <a:off x="6525800" y="3138852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0380AC32-0BD9-49D1-BA40-9384091D571E}"/>
                </a:ext>
              </a:extLst>
            </p:cNvPr>
            <p:cNvSpPr/>
            <p:nvPr/>
          </p:nvSpPr>
          <p:spPr>
            <a:xfrm rot="171477" flipH="1" flipV="1">
              <a:off x="5607884" y="3113512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772E1613-9B26-44CB-99D4-DD0833F06E59}"/>
                </a:ext>
              </a:extLst>
            </p:cNvPr>
            <p:cNvSpPr/>
            <p:nvPr/>
          </p:nvSpPr>
          <p:spPr>
            <a:xfrm rot="171477" flipH="1" flipV="1">
              <a:off x="4960956" y="2745644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BC76F4CC-F2F1-474A-AB24-F6057CD79AB8}"/>
                </a:ext>
              </a:extLst>
            </p:cNvPr>
            <p:cNvSpPr/>
            <p:nvPr/>
          </p:nvSpPr>
          <p:spPr>
            <a:xfrm rot="171477" flipH="1" flipV="1">
              <a:off x="5279116" y="3138852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24782BED-E046-4DAF-9BBB-3D69FC2DE4BA}"/>
                </a:ext>
              </a:extLst>
            </p:cNvPr>
            <p:cNvSpPr/>
            <p:nvPr/>
          </p:nvSpPr>
          <p:spPr>
            <a:xfrm rot="171477" flipH="1" flipV="1">
              <a:off x="4280548" y="312216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62554146-2987-4FED-91F4-FCE1E62DA715}"/>
                </a:ext>
              </a:extLst>
            </p:cNvPr>
            <p:cNvSpPr/>
            <p:nvPr/>
          </p:nvSpPr>
          <p:spPr>
            <a:xfrm rot="171477" flipH="1" flipV="1">
              <a:off x="3593144" y="3071172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4F77EE2C-067C-4EAE-818E-3BB4F6AAE14F}"/>
                </a:ext>
              </a:extLst>
            </p:cNvPr>
            <p:cNvSpPr/>
            <p:nvPr/>
          </p:nvSpPr>
          <p:spPr>
            <a:xfrm rot="171477" flipH="1" flipV="1">
              <a:off x="3400440" y="3088547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D05CA8FD-1B45-46A5-96DB-A4568B803F8A}"/>
                </a:ext>
              </a:extLst>
            </p:cNvPr>
            <p:cNvSpPr/>
            <p:nvPr/>
          </p:nvSpPr>
          <p:spPr>
            <a:xfrm rot="171477" flipH="1" flipV="1">
              <a:off x="3136886" y="303799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BC6C4053-A428-4C19-9055-775AF0671A25}"/>
                </a:ext>
              </a:extLst>
            </p:cNvPr>
            <p:cNvSpPr/>
            <p:nvPr/>
          </p:nvSpPr>
          <p:spPr>
            <a:xfrm rot="171477" flipH="1" flipV="1">
              <a:off x="2819383" y="3105401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5DEE1A16-856D-4D00-AFE6-5C09FA2EDEC7}"/>
                </a:ext>
              </a:extLst>
            </p:cNvPr>
            <p:cNvSpPr/>
            <p:nvPr/>
          </p:nvSpPr>
          <p:spPr>
            <a:xfrm rot="171477" flipH="1" flipV="1">
              <a:off x="1116257" y="3035054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E8A4C7BE-E6AC-4099-90EC-E48AE12C23C9}"/>
                </a:ext>
              </a:extLst>
            </p:cNvPr>
            <p:cNvSpPr/>
            <p:nvPr/>
          </p:nvSpPr>
          <p:spPr>
            <a:xfrm rot="171477" flipH="1" flipV="1">
              <a:off x="977453" y="3147752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0866F1FB-CEE7-4392-80E1-651B78B8CE0C}"/>
                </a:ext>
              </a:extLst>
            </p:cNvPr>
            <p:cNvSpPr/>
            <p:nvPr/>
          </p:nvSpPr>
          <p:spPr>
            <a:xfrm rot="171477" flipH="1" flipV="1">
              <a:off x="5270020" y="2967260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1DDD0237-4E91-40C1-9DFD-987FED418CB2}"/>
                </a:ext>
              </a:extLst>
            </p:cNvPr>
            <p:cNvSpPr/>
            <p:nvPr/>
          </p:nvSpPr>
          <p:spPr>
            <a:xfrm rot="171477" flipH="1" flipV="1">
              <a:off x="5132388" y="3104892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E6CE4B00-7434-4BCE-892B-C9EEF003768C}"/>
                </a:ext>
              </a:extLst>
            </p:cNvPr>
            <p:cNvSpPr/>
            <p:nvPr/>
          </p:nvSpPr>
          <p:spPr>
            <a:xfrm rot="171477" flipH="1" flipV="1">
              <a:off x="6113209" y="2648427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74CAC31E-65C6-4135-99A4-746155FB2BB2}"/>
                </a:ext>
              </a:extLst>
            </p:cNvPr>
            <p:cNvSpPr/>
            <p:nvPr/>
          </p:nvSpPr>
          <p:spPr>
            <a:xfrm rot="171477" flipH="1" flipV="1">
              <a:off x="4745137" y="3061529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8EEE88A8-C04D-40E1-93B4-03BEBE0EF79D}"/>
                </a:ext>
              </a:extLst>
            </p:cNvPr>
            <p:cNvSpPr/>
            <p:nvPr/>
          </p:nvSpPr>
          <p:spPr>
            <a:xfrm rot="171477" flipH="1" flipV="1">
              <a:off x="7231569" y="2953374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B9593D61-D99A-4075-B5E4-DE5618B8C8C3}"/>
                </a:ext>
              </a:extLst>
            </p:cNvPr>
            <p:cNvSpPr/>
            <p:nvPr/>
          </p:nvSpPr>
          <p:spPr>
            <a:xfrm rot="171477" flipH="1" flipV="1">
              <a:off x="7962857" y="2907767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DC6108E1-705B-4635-82A9-BC1A595271A6}"/>
                </a:ext>
              </a:extLst>
            </p:cNvPr>
            <p:cNvSpPr/>
            <p:nvPr/>
          </p:nvSpPr>
          <p:spPr>
            <a:xfrm rot="171477" flipH="1" flipV="1">
              <a:off x="3378210" y="2707632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9B34E372-DE98-4764-82C8-669338F92E18}"/>
                </a:ext>
              </a:extLst>
            </p:cNvPr>
            <p:cNvSpPr/>
            <p:nvPr/>
          </p:nvSpPr>
          <p:spPr>
            <a:xfrm rot="171477" flipH="1" flipV="1">
              <a:off x="4536559" y="285457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169C4A38-ED74-415A-984A-99F811F58267}"/>
                </a:ext>
              </a:extLst>
            </p:cNvPr>
            <p:cNvSpPr/>
            <p:nvPr/>
          </p:nvSpPr>
          <p:spPr>
            <a:xfrm rot="171477" flipH="1" flipV="1">
              <a:off x="3574149" y="2896859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33CADF93-8A18-470A-9C8C-5F72A88742FB}"/>
                </a:ext>
              </a:extLst>
            </p:cNvPr>
            <p:cNvSpPr/>
            <p:nvPr/>
          </p:nvSpPr>
          <p:spPr>
            <a:xfrm rot="171477" flipH="1" flipV="1">
              <a:off x="3495901" y="2578326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052EFCC9-2B4B-4013-A58D-6EC31CA36AD8}"/>
                </a:ext>
              </a:extLst>
            </p:cNvPr>
            <p:cNvSpPr/>
            <p:nvPr/>
          </p:nvSpPr>
          <p:spPr>
            <a:xfrm rot="171477" flipH="1" flipV="1">
              <a:off x="6687397" y="2733348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F910FCC8-CEAB-4242-B12F-3C248C6037EA}"/>
                </a:ext>
              </a:extLst>
            </p:cNvPr>
            <p:cNvSpPr/>
            <p:nvPr/>
          </p:nvSpPr>
          <p:spPr>
            <a:xfrm rot="171477" flipH="1" flipV="1">
              <a:off x="3983899" y="2760157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5438542B-00AC-4B25-8759-746669FEDC9F}"/>
                </a:ext>
              </a:extLst>
            </p:cNvPr>
            <p:cNvSpPr/>
            <p:nvPr/>
          </p:nvSpPr>
          <p:spPr>
            <a:xfrm rot="171477" flipH="1" flipV="1">
              <a:off x="3847831" y="2674126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3F8004E-C4D0-4C29-AF31-A641C271AA3E}"/>
                </a:ext>
              </a:extLst>
            </p:cNvPr>
            <p:cNvSpPr/>
            <p:nvPr/>
          </p:nvSpPr>
          <p:spPr>
            <a:xfrm rot="171477" flipH="1" flipV="1">
              <a:off x="4450529" y="2657789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8B3EB85B-A597-493B-A244-A722A5A4EB73}"/>
                </a:ext>
              </a:extLst>
            </p:cNvPr>
            <p:cNvSpPr/>
            <p:nvPr/>
          </p:nvSpPr>
          <p:spPr>
            <a:xfrm rot="171477" flipH="1" flipV="1">
              <a:off x="3812977" y="288950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3A578F32-110E-42E6-94F4-6E637417C625}"/>
                </a:ext>
              </a:extLst>
            </p:cNvPr>
            <p:cNvSpPr/>
            <p:nvPr/>
          </p:nvSpPr>
          <p:spPr>
            <a:xfrm rot="171477" flipH="1" flipV="1">
              <a:off x="4132672" y="2631807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8B831A28-C33E-4488-8A25-61AB428CDBE2}"/>
                </a:ext>
              </a:extLst>
            </p:cNvPr>
            <p:cNvSpPr/>
            <p:nvPr/>
          </p:nvSpPr>
          <p:spPr>
            <a:xfrm rot="171477" flipH="1" flipV="1">
              <a:off x="4460644" y="2476354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BCD6B08C-C573-4FCD-8754-B107B5B0F776}"/>
                </a:ext>
              </a:extLst>
            </p:cNvPr>
            <p:cNvSpPr/>
            <p:nvPr/>
          </p:nvSpPr>
          <p:spPr>
            <a:xfrm rot="171477" flipH="1" flipV="1">
              <a:off x="3719596" y="2554644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9E177C36-9920-42B0-ABE8-2810A5BC5CE7}"/>
                </a:ext>
              </a:extLst>
            </p:cNvPr>
            <p:cNvSpPr/>
            <p:nvPr/>
          </p:nvSpPr>
          <p:spPr>
            <a:xfrm rot="171477" flipH="1" flipV="1">
              <a:off x="4261326" y="284563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5C0595D6-10DF-4A24-9EC9-2EC7EB4FA9D4}"/>
                </a:ext>
              </a:extLst>
            </p:cNvPr>
            <p:cNvSpPr/>
            <p:nvPr/>
          </p:nvSpPr>
          <p:spPr>
            <a:xfrm rot="171477" flipH="1" flipV="1">
              <a:off x="4045861" y="3007486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6" name="Oval 415">
              <a:extLst>
                <a:ext uri="{FF2B5EF4-FFF2-40B4-BE49-F238E27FC236}">
                  <a16:creationId xmlns:a16="http://schemas.microsoft.com/office/drawing/2014/main" id="{B56737D2-1137-44EB-BB31-31031C27604C}"/>
                </a:ext>
              </a:extLst>
            </p:cNvPr>
            <p:cNvSpPr/>
            <p:nvPr/>
          </p:nvSpPr>
          <p:spPr>
            <a:xfrm rot="171477" flipH="1" flipV="1">
              <a:off x="5371292" y="2785737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80AE5B7B-4C99-480A-9325-FC9F821ABEDE}"/>
                </a:ext>
              </a:extLst>
            </p:cNvPr>
            <p:cNvSpPr/>
            <p:nvPr/>
          </p:nvSpPr>
          <p:spPr>
            <a:xfrm rot="171477" flipH="1" flipV="1">
              <a:off x="5723670" y="2725560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8" name="Oval 417">
              <a:extLst>
                <a:ext uri="{FF2B5EF4-FFF2-40B4-BE49-F238E27FC236}">
                  <a16:creationId xmlns:a16="http://schemas.microsoft.com/office/drawing/2014/main" id="{5FCAF5D9-28DD-47B1-B416-5BB674302C7E}"/>
                </a:ext>
              </a:extLst>
            </p:cNvPr>
            <p:cNvSpPr/>
            <p:nvPr/>
          </p:nvSpPr>
          <p:spPr>
            <a:xfrm rot="171477" flipH="1" flipV="1">
              <a:off x="5990045" y="2871351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02C12732-AE2F-4345-B333-02C9443D7E9A}"/>
                </a:ext>
              </a:extLst>
            </p:cNvPr>
            <p:cNvSpPr/>
            <p:nvPr/>
          </p:nvSpPr>
          <p:spPr>
            <a:xfrm rot="171477" flipH="1" flipV="1">
              <a:off x="4398927" y="2992205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0" name="Oval 419">
              <a:extLst>
                <a:ext uri="{FF2B5EF4-FFF2-40B4-BE49-F238E27FC236}">
                  <a16:creationId xmlns:a16="http://schemas.microsoft.com/office/drawing/2014/main" id="{6B814D10-F269-447A-8351-4218EADB42D9}"/>
                </a:ext>
              </a:extLst>
            </p:cNvPr>
            <p:cNvSpPr/>
            <p:nvPr/>
          </p:nvSpPr>
          <p:spPr>
            <a:xfrm rot="171477" flipH="1" flipV="1">
              <a:off x="7134512" y="2817567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85D94E41-7423-4D8E-BD4A-90D89DB857C5}"/>
                </a:ext>
              </a:extLst>
            </p:cNvPr>
            <p:cNvSpPr/>
            <p:nvPr/>
          </p:nvSpPr>
          <p:spPr>
            <a:xfrm rot="171477" flipH="1" flipV="1">
              <a:off x="5826797" y="3035055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AFFD67E1-A743-4A70-A9E0-D154EB4B9B41}"/>
                </a:ext>
              </a:extLst>
            </p:cNvPr>
            <p:cNvSpPr/>
            <p:nvPr/>
          </p:nvSpPr>
          <p:spPr>
            <a:xfrm rot="171477" flipH="1" flipV="1">
              <a:off x="6842255" y="289788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3EB68113-120F-433B-AF13-1FC26F09EFE2}"/>
                </a:ext>
              </a:extLst>
            </p:cNvPr>
            <p:cNvSpPr/>
            <p:nvPr/>
          </p:nvSpPr>
          <p:spPr>
            <a:xfrm rot="171477" flipH="1" flipV="1">
              <a:off x="7020128" y="3138851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3B22DF67-D585-4B8B-B52B-86345504D228}"/>
                </a:ext>
              </a:extLst>
            </p:cNvPr>
            <p:cNvSpPr/>
            <p:nvPr/>
          </p:nvSpPr>
          <p:spPr>
            <a:xfrm rot="171477" flipH="1" flipV="1">
              <a:off x="6221934" y="3147752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5" name="Oval 424">
              <a:extLst>
                <a:ext uri="{FF2B5EF4-FFF2-40B4-BE49-F238E27FC236}">
                  <a16:creationId xmlns:a16="http://schemas.microsoft.com/office/drawing/2014/main" id="{046D1DFF-E8E9-4A38-AE48-B05C077BB70D}"/>
                </a:ext>
              </a:extLst>
            </p:cNvPr>
            <p:cNvSpPr/>
            <p:nvPr/>
          </p:nvSpPr>
          <p:spPr>
            <a:xfrm rot="171477" flipH="1" flipV="1">
              <a:off x="6429486" y="2818440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EEA3F532-7BB6-4CFB-9588-FDEAD98B77D8}"/>
                </a:ext>
              </a:extLst>
            </p:cNvPr>
            <p:cNvSpPr/>
            <p:nvPr/>
          </p:nvSpPr>
          <p:spPr>
            <a:xfrm rot="171477" flipH="1" flipV="1">
              <a:off x="5349499" y="2518789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A8D7C312-D378-4FFD-BC57-51AC649414B9}"/>
                </a:ext>
              </a:extLst>
            </p:cNvPr>
            <p:cNvSpPr/>
            <p:nvPr/>
          </p:nvSpPr>
          <p:spPr>
            <a:xfrm rot="171477" flipH="1" flipV="1">
              <a:off x="5560154" y="2563736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B33EFA15-364D-4BF9-B2F0-62762A567602}"/>
                </a:ext>
              </a:extLst>
            </p:cNvPr>
            <p:cNvSpPr/>
            <p:nvPr/>
          </p:nvSpPr>
          <p:spPr>
            <a:xfrm rot="171477" flipH="1" flipV="1">
              <a:off x="6651909" y="2965628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7C71A72D-4997-4235-AF16-B4A14D5C22B0}"/>
                </a:ext>
              </a:extLst>
            </p:cNvPr>
            <p:cNvSpPr/>
            <p:nvPr/>
          </p:nvSpPr>
          <p:spPr>
            <a:xfrm rot="171477" flipH="1" flipV="1">
              <a:off x="6953312" y="274165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E8E566A6-8B2C-4E45-B19D-FD38B744B245}"/>
                </a:ext>
              </a:extLst>
            </p:cNvPr>
            <p:cNvSpPr/>
            <p:nvPr/>
          </p:nvSpPr>
          <p:spPr>
            <a:xfrm rot="171477" flipH="1" flipV="1">
              <a:off x="5122168" y="2716941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32BE7279-CCE4-4B4E-8032-43D3FFA6F7A1}"/>
                </a:ext>
              </a:extLst>
            </p:cNvPr>
            <p:cNvSpPr/>
            <p:nvPr/>
          </p:nvSpPr>
          <p:spPr>
            <a:xfrm rot="171477" flipH="1" flipV="1">
              <a:off x="5586374" y="2854573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73D7F6C4-8946-40AC-976B-F129D24CC270}"/>
                </a:ext>
              </a:extLst>
            </p:cNvPr>
            <p:cNvSpPr/>
            <p:nvPr/>
          </p:nvSpPr>
          <p:spPr>
            <a:xfrm rot="171477" flipH="1" flipV="1">
              <a:off x="2205169" y="2700268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6F7906F0-8F0C-4D7D-AF05-FC9A9E9017BB}"/>
                </a:ext>
              </a:extLst>
            </p:cNvPr>
            <p:cNvSpPr/>
            <p:nvPr/>
          </p:nvSpPr>
          <p:spPr>
            <a:xfrm rot="171477" flipH="1" flipV="1">
              <a:off x="6256591" y="2663879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9CD3A2A2-1E97-4CE0-B9AC-1B1FFE93F2E2}"/>
                </a:ext>
              </a:extLst>
            </p:cNvPr>
            <p:cNvSpPr/>
            <p:nvPr/>
          </p:nvSpPr>
          <p:spPr>
            <a:xfrm rot="171477" flipH="1" flipV="1">
              <a:off x="6293222" y="2976368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32E20B10-C9B3-40F5-B862-007F1C923FFE}"/>
                </a:ext>
              </a:extLst>
            </p:cNvPr>
            <p:cNvSpPr/>
            <p:nvPr/>
          </p:nvSpPr>
          <p:spPr>
            <a:xfrm rot="171477" flipH="1" flipV="1">
              <a:off x="8759773" y="3138851"/>
              <a:ext cx="90992" cy="91856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6D7DAFD2-152C-4837-8140-19EA227DD33C}"/>
                </a:ext>
              </a:extLst>
            </p:cNvPr>
            <p:cNvSpPr/>
            <p:nvPr/>
          </p:nvSpPr>
          <p:spPr>
            <a:xfrm>
              <a:off x="765175" y="3505200"/>
              <a:ext cx="994493" cy="425450"/>
            </a:xfrm>
            <a:custGeom>
              <a:avLst/>
              <a:gdLst>
                <a:gd name="connsiteX0" fmla="*/ 930275 w 994493"/>
                <a:gd name="connsiteY0" fmla="*/ 425450 h 425450"/>
                <a:gd name="connsiteX1" fmla="*/ 990600 w 994493"/>
                <a:gd name="connsiteY1" fmla="*/ 396875 h 425450"/>
                <a:gd name="connsiteX2" fmla="*/ 831850 w 994493"/>
                <a:gd name="connsiteY2" fmla="*/ 257175 h 425450"/>
                <a:gd name="connsiteX3" fmla="*/ 577850 w 994493"/>
                <a:gd name="connsiteY3" fmla="*/ 177800 h 425450"/>
                <a:gd name="connsiteX4" fmla="*/ 165100 w 994493"/>
                <a:gd name="connsiteY4" fmla="*/ 57150 h 425450"/>
                <a:gd name="connsiteX5" fmla="*/ 0 w 994493"/>
                <a:gd name="connsiteY5" fmla="*/ 0 h 425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4493" h="425450">
                  <a:moveTo>
                    <a:pt x="930275" y="425450"/>
                  </a:moveTo>
                  <a:cubicBezTo>
                    <a:pt x="968639" y="425185"/>
                    <a:pt x="1007004" y="424921"/>
                    <a:pt x="990600" y="396875"/>
                  </a:cubicBezTo>
                  <a:cubicBezTo>
                    <a:pt x="974196" y="368829"/>
                    <a:pt x="900642" y="293687"/>
                    <a:pt x="831850" y="257175"/>
                  </a:cubicBezTo>
                  <a:cubicBezTo>
                    <a:pt x="763058" y="220663"/>
                    <a:pt x="577850" y="177800"/>
                    <a:pt x="577850" y="177800"/>
                  </a:cubicBezTo>
                  <a:lnTo>
                    <a:pt x="165100" y="57150"/>
                  </a:lnTo>
                  <a:cubicBezTo>
                    <a:pt x="68792" y="27517"/>
                    <a:pt x="34396" y="13758"/>
                    <a:pt x="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483" name="Group 482">
            <a:extLst>
              <a:ext uri="{FF2B5EF4-FFF2-40B4-BE49-F238E27FC236}">
                <a16:creationId xmlns:a16="http://schemas.microsoft.com/office/drawing/2014/main" id="{4274896C-80D7-49F6-B36F-C7AE2201ECEE}"/>
              </a:ext>
            </a:extLst>
          </p:cNvPr>
          <p:cNvGrpSpPr>
            <a:grpSpLocks noChangeAspect="1"/>
          </p:cNvGrpSpPr>
          <p:nvPr/>
        </p:nvGrpSpPr>
        <p:grpSpPr>
          <a:xfrm>
            <a:off x="4069587" y="4652092"/>
            <a:ext cx="1828800" cy="613391"/>
            <a:chOff x="3878782" y="3427342"/>
            <a:chExt cx="4974699" cy="1668545"/>
          </a:xfrm>
          <a:effectLst>
            <a:glow rad="63500">
              <a:schemeClr val="bg1">
                <a:alpha val="69000"/>
              </a:schemeClr>
            </a:glow>
          </a:effectLst>
        </p:grpSpPr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078AD653-6AD7-4572-BC4A-A2441F428CC7}"/>
                </a:ext>
              </a:extLst>
            </p:cNvPr>
            <p:cNvSpPr/>
            <p:nvPr/>
          </p:nvSpPr>
          <p:spPr>
            <a:xfrm>
              <a:off x="6876475" y="4384017"/>
              <a:ext cx="797768" cy="432121"/>
            </a:xfrm>
            <a:custGeom>
              <a:avLst/>
              <a:gdLst>
                <a:gd name="connsiteX0" fmla="*/ 575 w 797768"/>
                <a:gd name="connsiteY0" fmla="*/ 197508 h 404165"/>
                <a:gd name="connsiteX1" fmla="*/ 245050 w 797768"/>
                <a:gd name="connsiteY1" fmla="*/ 403883 h 404165"/>
                <a:gd name="connsiteX2" fmla="*/ 432375 w 797768"/>
                <a:gd name="connsiteY2" fmla="*/ 238783 h 404165"/>
                <a:gd name="connsiteX3" fmla="*/ 746700 w 797768"/>
                <a:gd name="connsiteY3" fmla="*/ 95908 h 404165"/>
                <a:gd name="connsiteX4" fmla="*/ 784800 w 797768"/>
                <a:gd name="connsiteY4" fmla="*/ 51458 h 404165"/>
                <a:gd name="connsiteX5" fmla="*/ 616525 w 797768"/>
                <a:gd name="connsiteY5" fmla="*/ 658 h 404165"/>
                <a:gd name="connsiteX6" fmla="*/ 191075 w 797768"/>
                <a:gd name="connsiteY6" fmla="*/ 89558 h 404165"/>
                <a:gd name="connsiteX7" fmla="*/ 575 w 797768"/>
                <a:gd name="connsiteY7" fmla="*/ 197508 h 404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7768" h="404165">
                  <a:moveTo>
                    <a:pt x="575" y="197508"/>
                  </a:moveTo>
                  <a:cubicBezTo>
                    <a:pt x="9571" y="249895"/>
                    <a:pt x="173083" y="397004"/>
                    <a:pt x="245050" y="403883"/>
                  </a:cubicBezTo>
                  <a:cubicBezTo>
                    <a:pt x="317017" y="410762"/>
                    <a:pt x="348767" y="290112"/>
                    <a:pt x="432375" y="238783"/>
                  </a:cubicBezTo>
                  <a:cubicBezTo>
                    <a:pt x="515983" y="187454"/>
                    <a:pt x="687962" y="127129"/>
                    <a:pt x="746700" y="95908"/>
                  </a:cubicBezTo>
                  <a:cubicBezTo>
                    <a:pt x="805438" y="64687"/>
                    <a:pt x="806496" y="67333"/>
                    <a:pt x="784800" y="51458"/>
                  </a:cubicBezTo>
                  <a:cubicBezTo>
                    <a:pt x="763104" y="35583"/>
                    <a:pt x="715479" y="-5692"/>
                    <a:pt x="616525" y="658"/>
                  </a:cubicBezTo>
                  <a:cubicBezTo>
                    <a:pt x="517571" y="7008"/>
                    <a:pt x="292675" y="61512"/>
                    <a:pt x="191075" y="89558"/>
                  </a:cubicBezTo>
                  <a:cubicBezTo>
                    <a:pt x="89475" y="117604"/>
                    <a:pt x="-8421" y="145121"/>
                    <a:pt x="575" y="197508"/>
                  </a:cubicBezTo>
                  <a:close/>
                </a:path>
              </a:pathLst>
            </a:custGeom>
            <a:gradFill flip="none" rotWithShape="1">
              <a:gsLst>
                <a:gs pos="19000">
                  <a:schemeClr val="bg1">
                    <a:lumMod val="95000"/>
                  </a:schemeClr>
                </a:gs>
                <a:gs pos="100000">
                  <a:srgbClr val="FFCC67"/>
                </a:gs>
              </a:gsLst>
              <a:lin ang="12600000" scaled="0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2E794F25-C19E-4062-9FD5-E9247EA97D4E}"/>
                </a:ext>
              </a:extLst>
            </p:cNvPr>
            <p:cNvSpPr/>
            <p:nvPr/>
          </p:nvSpPr>
          <p:spPr>
            <a:xfrm>
              <a:off x="7185640" y="3847989"/>
              <a:ext cx="482467" cy="176323"/>
            </a:xfrm>
            <a:custGeom>
              <a:avLst/>
              <a:gdLst>
                <a:gd name="connsiteX0" fmla="*/ 15260 w 482467"/>
                <a:gd name="connsiteY0" fmla="*/ 114411 h 176323"/>
                <a:gd name="connsiteX1" fmla="*/ 351810 w 482467"/>
                <a:gd name="connsiteY1" fmla="*/ 111 h 176323"/>
                <a:gd name="connsiteX2" fmla="*/ 481985 w 482467"/>
                <a:gd name="connsiteY2" fmla="*/ 136636 h 176323"/>
                <a:gd name="connsiteX3" fmla="*/ 383560 w 482467"/>
                <a:gd name="connsiteY3" fmla="*/ 171561 h 176323"/>
                <a:gd name="connsiteX4" fmla="*/ 91460 w 482467"/>
                <a:gd name="connsiteY4" fmla="*/ 168386 h 176323"/>
                <a:gd name="connsiteX5" fmla="*/ 15260 w 482467"/>
                <a:gd name="connsiteY5" fmla="*/ 114411 h 176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2467" h="176323">
                  <a:moveTo>
                    <a:pt x="15260" y="114411"/>
                  </a:moveTo>
                  <a:cubicBezTo>
                    <a:pt x="58652" y="86365"/>
                    <a:pt x="274023" y="-3593"/>
                    <a:pt x="351810" y="111"/>
                  </a:cubicBezTo>
                  <a:cubicBezTo>
                    <a:pt x="429597" y="3815"/>
                    <a:pt x="476693" y="108061"/>
                    <a:pt x="481985" y="136636"/>
                  </a:cubicBezTo>
                  <a:cubicBezTo>
                    <a:pt x="487277" y="165211"/>
                    <a:pt x="448647" y="166269"/>
                    <a:pt x="383560" y="171561"/>
                  </a:cubicBezTo>
                  <a:cubicBezTo>
                    <a:pt x="318473" y="176853"/>
                    <a:pt x="154431" y="180028"/>
                    <a:pt x="91460" y="168386"/>
                  </a:cubicBezTo>
                  <a:cubicBezTo>
                    <a:pt x="28489" y="156744"/>
                    <a:pt x="-28132" y="142457"/>
                    <a:pt x="15260" y="114411"/>
                  </a:cubicBezTo>
                  <a:close/>
                </a:path>
              </a:pathLst>
            </a:custGeom>
            <a:gradFill flip="none" rotWithShape="1">
              <a:gsLst>
                <a:gs pos="89000">
                  <a:schemeClr val="tx1">
                    <a:lumMod val="75000"/>
                    <a:lumOff val="25000"/>
                  </a:schemeClr>
                </a:gs>
                <a:gs pos="72000">
                  <a:srgbClr val="E2B954"/>
                </a:gs>
              </a:gsLst>
              <a:path path="circle">
                <a:fillToRect t="100000" r="100000"/>
              </a:path>
              <a:tileRect l="-100000" b="-10000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BDDB8F1D-FB9E-4698-A9CD-F91F128EE209}"/>
                </a:ext>
              </a:extLst>
            </p:cNvPr>
            <p:cNvSpPr/>
            <p:nvPr/>
          </p:nvSpPr>
          <p:spPr>
            <a:xfrm>
              <a:off x="7768005" y="3720782"/>
              <a:ext cx="1085476" cy="925218"/>
            </a:xfrm>
            <a:custGeom>
              <a:avLst/>
              <a:gdLst>
                <a:gd name="connsiteX0" fmla="*/ 972770 w 1085476"/>
                <a:gd name="connsiteY0" fmla="*/ 318 h 925218"/>
                <a:gd name="connsiteX1" fmla="*/ 1083895 w 1085476"/>
                <a:gd name="connsiteY1" fmla="*/ 108268 h 925218"/>
                <a:gd name="connsiteX2" fmla="*/ 1029920 w 1085476"/>
                <a:gd name="connsiteY2" fmla="*/ 292418 h 925218"/>
                <a:gd name="connsiteX3" fmla="*/ 915620 w 1085476"/>
                <a:gd name="connsiteY3" fmla="*/ 403543 h 925218"/>
                <a:gd name="connsiteX4" fmla="*/ 914778 w 1085476"/>
                <a:gd name="connsiteY4" fmla="*/ 404284 h 925218"/>
                <a:gd name="connsiteX5" fmla="*/ 905698 w 1085476"/>
                <a:gd name="connsiteY5" fmla="*/ 424577 h 925218"/>
                <a:gd name="connsiteX6" fmla="*/ 891956 w 1085476"/>
                <a:gd name="connsiteY6" fmla="*/ 465009 h 925218"/>
                <a:gd name="connsiteX7" fmla="*/ 891106 w 1085476"/>
                <a:gd name="connsiteY7" fmla="*/ 483103 h 925218"/>
                <a:gd name="connsiteX8" fmla="*/ 898356 w 1085476"/>
                <a:gd name="connsiteY8" fmla="*/ 508715 h 925218"/>
                <a:gd name="connsiteX9" fmla="*/ 899235 w 1085476"/>
                <a:gd name="connsiteY9" fmla="*/ 512417 h 925218"/>
                <a:gd name="connsiteX10" fmla="*/ 909744 w 1085476"/>
                <a:gd name="connsiteY10" fmla="*/ 521675 h 925218"/>
                <a:gd name="connsiteX11" fmla="*/ 1024044 w 1085476"/>
                <a:gd name="connsiteY11" fmla="*/ 632800 h 925218"/>
                <a:gd name="connsiteX12" fmla="*/ 1078019 w 1085476"/>
                <a:gd name="connsiteY12" fmla="*/ 816950 h 925218"/>
                <a:gd name="connsiteX13" fmla="*/ 966894 w 1085476"/>
                <a:gd name="connsiteY13" fmla="*/ 924900 h 925218"/>
                <a:gd name="connsiteX14" fmla="*/ 639869 w 1085476"/>
                <a:gd name="connsiteY14" fmla="*/ 845525 h 925218"/>
                <a:gd name="connsiteX15" fmla="*/ 344594 w 1085476"/>
                <a:gd name="connsiteY15" fmla="*/ 718525 h 925218"/>
                <a:gd name="connsiteX16" fmla="*/ 4869 w 1085476"/>
                <a:gd name="connsiteY16" fmla="*/ 601050 h 925218"/>
                <a:gd name="connsiteX17" fmla="*/ 104212 w 1085476"/>
                <a:gd name="connsiteY17" fmla="*/ 486973 h 925218"/>
                <a:gd name="connsiteX18" fmla="*/ 148330 w 1085476"/>
                <a:gd name="connsiteY18" fmla="*/ 460871 h 925218"/>
                <a:gd name="connsiteX19" fmla="*/ 110088 w 1085476"/>
                <a:gd name="connsiteY19" fmla="*/ 438245 h 925218"/>
                <a:gd name="connsiteX20" fmla="*/ 10745 w 1085476"/>
                <a:gd name="connsiteY20" fmla="*/ 324168 h 925218"/>
                <a:gd name="connsiteX21" fmla="*/ 350470 w 1085476"/>
                <a:gd name="connsiteY21" fmla="*/ 206693 h 925218"/>
                <a:gd name="connsiteX22" fmla="*/ 645745 w 1085476"/>
                <a:gd name="connsiteY22" fmla="*/ 79693 h 925218"/>
                <a:gd name="connsiteX23" fmla="*/ 972770 w 1085476"/>
                <a:gd name="connsiteY23" fmla="*/ 318 h 925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85476" h="925218">
                  <a:moveTo>
                    <a:pt x="972770" y="318"/>
                  </a:moveTo>
                  <a:cubicBezTo>
                    <a:pt x="1045795" y="5081"/>
                    <a:pt x="1074370" y="59585"/>
                    <a:pt x="1083895" y="108268"/>
                  </a:cubicBezTo>
                  <a:cubicBezTo>
                    <a:pt x="1093420" y="156951"/>
                    <a:pt x="1057966" y="243206"/>
                    <a:pt x="1029920" y="292418"/>
                  </a:cubicBezTo>
                  <a:cubicBezTo>
                    <a:pt x="1001874" y="341630"/>
                    <a:pt x="939962" y="378143"/>
                    <a:pt x="915620" y="403543"/>
                  </a:cubicBezTo>
                  <a:lnTo>
                    <a:pt x="914778" y="404284"/>
                  </a:lnTo>
                  <a:lnTo>
                    <a:pt x="905698" y="424577"/>
                  </a:lnTo>
                  <a:cubicBezTo>
                    <a:pt x="900076" y="438005"/>
                    <a:pt x="895016" y="451796"/>
                    <a:pt x="891956" y="465009"/>
                  </a:cubicBezTo>
                  <a:lnTo>
                    <a:pt x="891106" y="483103"/>
                  </a:lnTo>
                  <a:lnTo>
                    <a:pt x="898356" y="508715"/>
                  </a:lnTo>
                  <a:lnTo>
                    <a:pt x="899235" y="512417"/>
                  </a:lnTo>
                  <a:lnTo>
                    <a:pt x="909744" y="521675"/>
                  </a:lnTo>
                  <a:cubicBezTo>
                    <a:pt x="934086" y="547075"/>
                    <a:pt x="995998" y="583588"/>
                    <a:pt x="1024044" y="632800"/>
                  </a:cubicBezTo>
                  <a:cubicBezTo>
                    <a:pt x="1052090" y="682012"/>
                    <a:pt x="1087544" y="768267"/>
                    <a:pt x="1078019" y="816950"/>
                  </a:cubicBezTo>
                  <a:cubicBezTo>
                    <a:pt x="1068494" y="865633"/>
                    <a:pt x="1039919" y="920137"/>
                    <a:pt x="966894" y="924900"/>
                  </a:cubicBezTo>
                  <a:cubicBezTo>
                    <a:pt x="893869" y="929663"/>
                    <a:pt x="743586" y="879921"/>
                    <a:pt x="639869" y="845525"/>
                  </a:cubicBezTo>
                  <a:cubicBezTo>
                    <a:pt x="536152" y="811129"/>
                    <a:pt x="450427" y="759271"/>
                    <a:pt x="344594" y="718525"/>
                  </a:cubicBezTo>
                  <a:cubicBezTo>
                    <a:pt x="238761" y="677779"/>
                    <a:pt x="35031" y="645500"/>
                    <a:pt x="4869" y="601050"/>
                  </a:cubicBezTo>
                  <a:cubicBezTo>
                    <a:pt x="-17753" y="567713"/>
                    <a:pt x="42374" y="524552"/>
                    <a:pt x="104212" y="486973"/>
                  </a:cubicBezTo>
                  <a:lnTo>
                    <a:pt x="148330" y="460871"/>
                  </a:lnTo>
                  <a:lnTo>
                    <a:pt x="110088" y="438245"/>
                  </a:lnTo>
                  <a:cubicBezTo>
                    <a:pt x="48250" y="400666"/>
                    <a:pt x="-11877" y="357506"/>
                    <a:pt x="10745" y="324168"/>
                  </a:cubicBezTo>
                  <a:cubicBezTo>
                    <a:pt x="40907" y="279718"/>
                    <a:pt x="244637" y="247439"/>
                    <a:pt x="350470" y="206693"/>
                  </a:cubicBezTo>
                  <a:cubicBezTo>
                    <a:pt x="456303" y="165947"/>
                    <a:pt x="542028" y="114089"/>
                    <a:pt x="645745" y="79693"/>
                  </a:cubicBezTo>
                  <a:cubicBezTo>
                    <a:pt x="749462" y="45297"/>
                    <a:pt x="899745" y="-4445"/>
                    <a:pt x="972770" y="318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chemeClr val="tx1">
                    <a:lumMod val="75000"/>
                    <a:lumOff val="25000"/>
                  </a:schemeClr>
                </a:gs>
                <a:gs pos="58000">
                  <a:srgbClr val="CBA751"/>
                </a:gs>
                <a:gs pos="35000">
                  <a:srgbClr val="E2B954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7C7898CC-CB23-4F91-9D18-747A07D5A2DF}"/>
                </a:ext>
              </a:extLst>
            </p:cNvPr>
            <p:cNvSpPr/>
            <p:nvPr/>
          </p:nvSpPr>
          <p:spPr>
            <a:xfrm>
              <a:off x="5885705" y="3427342"/>
              <a:ext cx="859604" cy="465458"/>
            </a:xfrm>
            <a:custGeom>
              <a:avLst/>
              <a:gdLst>
                <a:gd name="connsiteX0" fmla="*/ 4331 w 863190"/>
                <a:gd name="connsiteY0" fmla="*/ 425503 h 536973"/>
                <a:gd name="connsiteX1" fmla="*/ 417081 w 863190"/>
                <a:gd name="connsiteY1" fmla="*/ 53 h 536973"/>
                <a:gd name="connsiteX2" fmla="*/ 848881 w 863190"/>
                <a:gd name="connsiteY2" fmla="*/ 396928 h 536973"/>
                <a:gd name="connsiteX3" fmla="*/ 686956 w 863190"/>
                <a:gd name="connsiteY3" fmla="*/ 536628 h 536973"/>
                <a:gd name="connsiteX4" fmla="*/ 4331 w 863190"/>
                <a:gd name="connsiteY4" fmla="*/ 425503 h 536973"/>
                <a:gd name="connsiteX0" fmla="*/ 745 w 859604"/>
                <a:gd name="connsiteY0" fmla="*/ 354083 h 465458"/>
                <a:gd name="connsiteX1" fmla="*/ 556370 w 859604"/>
                <a:gd name="connsiteY1" fmla="*/ 70 h 465458"/>
                <a:gd name="connsiteX2" fmla="*/ 845295 w 859604"/>
                <a:gd name="connsiteY2" fmla="*/ 325508 h 465458"/>
                <a:gd name="connsiteX3" fmla="*/ 683370 w 859604"/>
                <a:gd name="connsiteY3" fmla="*/ 465208 h 465458"/>
                <a:gd name="connsiteX4" fmla="*/ 745 w 859604"/>
                <a:gd name="connsiteY4" fmla="*/ 354083 h 465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9604" h="465458">
                  <a:moveTo>
                    <a:pt x="745" y="354083"/>
                  </a:moveTo>
                  <a:cubicBezTo>
                    <a:pt x="-20422" y="276560"/>
                    <a:pt x="415612" y="4832"/>
                    <a:pt x="556370" y="70"/>
                  </a:cubicBezTo>
                  <a:cubicBezTo>
                    <a:pt x="697128" y="-4692"/>
                    <a:pt x="800316" y="236079"/>
                    <a:pt x="845295" y="325508"/>
                  </a:cubicBezTo>
                  <a:cubicBezTo>
                    <a:pt x="890274" y="414937"/>
                    <a:pt x="827303" y="461504"/>
                    <a:pt x="683370" y="465208"/>
                  </a:cubicBezTo>
                  <a:cubicBezTo>
                    <a:pt x="539437" y="468912"/>
                    <a:pt x="21912" y="431606"/>
                    <a:pt x="745" y="354083"/>
                  </a:cubicBezTo>
                  <a:close/>
                </a:path>
              </a:pathLst>
            </a:custGeom>
            <a:solidFill>
              <a:srgbClr val="E2B95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2E00BE9-A0E7-40B1-AE6E-97496277C83F}"/>
                </a:ext>
              </a:extLst>
            </p:cNvPr>
            <p:cNvSpPr/>
            <p:nvPr/>
          </p:nvSpPr>
          <p:spPr>
            <a:xfrm>
              <a:off x="3878782" y="3729930"/>
              <a:ext cx="4323249" cy="1058472"/>
            </a:xfrm>
            <a:custGeom>
              <a:avLst/>
              <a:gdLst>
                <a:gd name="connsiteX0" fmla="*/ 1763193 w 4323249"/>
                <a:gd name="connsiteY0" fmla="*/ 1070 h 1027097"/>
                <a:gd name="connsiteX1" fmla="*/ 3078278 w 4323249"/>
                <a:gd name="connsiteY1" fmla="*/ 140135 h 1027097"/>
                <a:gd name="connsiteX2" fmla="*/ 3849168 w 4323249"/>
                <a:gd name="connsiteY2" fmla="*/ 247450 h 1027097"/>
                <a:gd name="connsiteX3" fmla="*/ 4153333 w 4323249"/>
                <a:gd name="connsiteY3" fmla="*/ 246815 h 1027097"/>
                <a:gd name="connsiteX4" fmla="*/ 4309543 w 4323249"/>
                <a:gd name="connsiteY4" fmla="*/ 359846 h 1027097"/>
                <a:gd name="connsiteX5" fmla="*/ 4303193 w 4323249"/>
                <a:gd name="connsiteY5" fmla="*/ 545900 h 1027097"/>
                <a:gd name="connsiteX6" fmla="*/ 4152063 w 4323249"/>
                <a:gd name="connsiteY6" fmla="*/ 641785 h 1027097"/>
                <a:gd name="connsiteX7" fmla="*/ 3771698 w 4323249"/>
                <a:gd name="connsiteY7" fmla="*/ 627815 h 1027097"/>
                <a:gd name="connsiteX8" fmla="*/ 3154478 w 4323249"/>
                <a:gd name="connsiteY8" fmla="*/ 825935 h 1027097"/>
                <a:gd name="connsiteX9" fmla="*/ 2202613 w 4323249"/>
                <a:gd name="connsiteY9" fmla="*/ 1021515 h 1027097"/>
                <a:gd name="connsiteX10" fmla="*/ 872923 w 4323249"/>
                <a:gd name="connsiteY10" fmla="*/ 956110 h 1027097"/>
                <a:gd name="connsiteX11" fmla="*/ 218238 w 4323249"/>
                <a:gd name="connsiteY11" fmla="*/ 773230 h 1027097"/>
                <a:gd name="connsiteX12" fmla="*/ 113815 w 4323249"/>
                <a:gd name="connsiteY12" fmla="*/ 714895 h 1027097"/>
                <a:gd name="connsiteX13" fmla="*/ 49857 w 4323249"/>
                <a:gd name="connsiteY13" fmla="*/ 664818 h 1027097"/>
                <a:gd name="connsiteX14" fmla="*/ 45320 w 4323249"/>
                <a:gd name="connsiteY14" fmla="*/ 657501 h 1027097"/>
                <a:gd name="connsiteX15" fmla="*/ 4243 w 4323249"/>
                <a:gd name="connsiteY15" fmla="*/ 607495 h 1027097"/>
                <a:gd name="connsiteX16" fmla="*/ 10593 w 4323249"/>
                <a:gd name="connsiteY16" fmla="*/ 566220 h 1027097"/>
                <a:gd name="connsiteX17" fmla="*/ 61393 w 4323249"/>
                <a:gd name="connsiteY17" fmla="*/ 572570 h 1027097"/>
                <a:gd name="connsiteX18" fmla="*/ 178868 w 4323249"/>
                <a:gd name="connsiteY18" fmla="*/ 610670 h 1027097"/>
                <a:gd name="connsiteX19" fmla="*/ 293168 w 4323249"/>
                <a:gd name="connsiteY19" fmla="*/ 629720 h 1027097"/>
                <a:gd name="connsiteX20" fmla="*/ 258243 w 4323249"/>
                <a:gd name="connsiteY20" fmla="*/ 604320 h 1027097"/>
                <a:gd name="connsiteX21" fmla="*/ 140768 w 4323249"/>
                <a:gd name="connsiteY21" fmla="*/ 521770 h 1027097"/>
                <a:gd name="connsiteX22" fmla="*/ 58218 w 4323249"/>
                <a:gd name="connsiteY22" fmla="*/ 455095 h 1027097"/>
                <a:gd name="connsiteX23" fmla="*/ 39168 w 4323249"/>
                <a:gd name="connsiteY23" fmla="*/ 382070 h 1027097"/>
                <a:gd name="connsiteX24" fmla="*/ 42545 w 4323249"/>
                <a:gd name="connsiteY24" fmla="*/ 351001 h 1027097"/>
                <a:gd name="connsiteX25" fmla="*/ 53793 w 4323249"/>
                <a:gd name="connsiteY25" fmla="*/ 342928 h 1027097"/>
                <a:gd name="connsiteX26" fmla="*/ 154103 w 4323249"/>
                <a:gd name="connsiteY26" fmla="*/ 291265 h 1027097"/>
                <a:gd name="connsiteX27" fmla="*/ 841173 w 4323249"/>
                <a:gd name="connsiteY27" fmla="*/ 87430 h 1027097"/>
                <a:gd name="connsiteX28" fmla="*/ 1763193 w 4323249"/>
                <a:gd name="connsiteY28" fmla="*/ 1070 h 1027097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39168 w 4323249"/>
                <a:gd name="connsiteY23" fmla="*/ 413471 h 1058498"/>
                <a:gd name="connsiteX24" fmla="*/ 42545 w 4323249"/>
                <a:gd name="connsiteY24" fmla="*/ 382402 h 1058498"/>
                <a:gd name="connsiteX25" fmla="*/ 53793 w 4323249"/>
                <a:gd name="connsiteY25" fmla="*/ 374329 h 1058498"/>
                <a:gd name="connsiteX26" fmla="*/ 154103 w 4323249"/>
                <a:gd name="connsiteY26" fmla="*/ 322666 h 1058498"/>
                <a:gd name="connsiteX27" fmla="*/ 841173 w 4323249"/>
                <a:gd name="connsiteY27" fmla="*/ 118831 h 1058498"/>
                <a:gd name="connsiteX28" fmla="*/ 1848918 w 4323249"/>
                <a:gd name="connsiteY28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39168 w 4323249"/>
                <a:gd name="connsiteY23" fmla="*/ 413471 h 1058498"/>
                <a:gd name="connsiteX24" fmla="*/ 53793 w 4323249"/>
                <a:gd name="connsiteY24" fmla="*/ 374329 h 1058498"/>
                <a:gd name="connsiteX25" fmla="*/ 154103 w 4323249"/>
                <a:gd name="connsiteY25" fmla="*/ 322666 h 1058498"/>
                <a:gd name="connsiteX26" fmla="*/ 841173 w 4323249"/>
                <a:gd name="connsiteY26" fmla="*/ 118831 h 1058498"/>
                <a:gd name="connsiteX27" fmla="*/ 1848918 w 4323249"/>
                <a:gd name="connsiteY27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39168 w 4323249"/>
                <a:gd name="connsiteY23" fmla="*/ 413471 h 1058498"/>
                <a:gd name="connsiteX24" fmla="*/ 72843 w 4323249"/>
                <a:gd name="connsiteY24" fmla="*/ 364804 h 1058498"/>
                <a:gd name="connsiteX25" fmla="*/ 154103 w 4323249"/>
                <a:gd name="connsiteY25" fmla="*/ 322666 h 1058498"/>
                <a:gd name="connsiteX26" fmla="*/ 841173 w 4323249"/>
                <a:gd name="connsiteY26" fmla="*/ 118831 h 1058498"/>
                <a:gd name="connsiteX27" fmla="*/ 1848918 w 4323249"/>
                <a:gd name="connsiteY27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22499 w 4323249"/>
                <a:gd name="connsiteY23" fmla="*/ 406327 h 1058498"/>
                <a:gd name="connsiteX24" fmla="*/ 72843 w 4323249"/>
                <a:gd name="connsiteY24" fmla="*/ 364804 h 1058498"/>
                <a:gd name="connsiteX25" fmla="*/ 154103 w 4323249"/>
                <a:gd name="connsiteY25" fmla="*/ 322666 h 1058498"/>
                <a:gd name="connsiteX26" fmla="*/ 841173 w 4323249"/>
                <a:gd name="connsiteY26" fmla="*/ 118831 h 1058498"/>
                <a:gd name="connsiteX27" fmla="*/ 1848918 w 4323249"/>
                <a:gd name="connsiteY27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2499 w 4323249"/>
                <a:gd name="connsiteY22" fmla="*/ 406327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154103 w 4323249"/>
                <a:gd name="connsiteY23" fmla="*/ 322666 h 1058498"/>
                <a:gd name="connsiteX24" fmla="*/ 841173 w 4323249"/>
                <a:gd name="connsiteY24" fmla="*/ 118831 h 1058498"/>
                <a:gd name="connsiteX25" fmla="*/ 1848918 w 4323249"/>
                <a:gd name="connsiteY25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15853 h 1058498"/>
                <a:gd name="connsiteX23" fmla="*/ 154103 w 4323249"/>
                <a:gd name="connsiteY23" fmla="*/ 322666 h 1058498"/>
                <a:gd name="connsiteX24" fmla="*/ 841173 w 4323249"/>
                <a:gd name="connsiteY24" fmla="*/ 118831 h 1058498"/>
                <a:gd name="connsiteX25" fmla="*/ 1848918 w 4323249"/>
                <a:gd name="connsiteY25" fmla="*/ 721 h 1058498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75534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75534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75534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89822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89822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89822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95 h 1058472"/>
                <a:gd name="connsiteX1" fmla="*/ 3078278 w 4323249"/>
                <a:gd name="connsiteY1" fmla="*/ 171510 h 1058472"/>
                <a:gd name="connsiteX2" fmla="*/ 3849168 w 4323249"/>
                <a:gd name="connsiteY2" fmla="*/ 278825 h 1058472"/>
                <a:gd name="connsiteX3" fmla="*/ 4153333 w 4323249"/>
                <a:gd name="connsiteY3" fmla="*/ 278190 h 1058472"/>
                <a:gd name="connsiteX4" fmla="*/ 4309543 w 4323249"/>
                <a:gd name="connsiteY4" fmla="*/ 391221 h 1058472"/>
                <a:gd name="connsiteX5" fmla="*/ 4303193 w 4323249"/>
                <a:gd name="connsiteY5" fmla="*/ 577275 h 1058472"/>
                <a:gd name="connsiteX6" fmla="*/ 4152063 w 4323249"/>
                <a:gd name="connsiteY6" fmla="*/ 673160 h 1058472"/>
                <a:gd name="connsiteX7" fmla="*/ 3771698 w 4323249"/>
                <a:gd name="connsiteY7" fmla="*/ 659190 h 1058472"/>
                <a:gd name="connsiteX8" fmla="*/ 3154478 w 4323249"/>
                <a:gd name="connsiteY8" fmla="*/ 857310 h 1058472"/>
                <a:gd name="connsiteX9" fmla="*/ 2202613 w 4323249"/>
                <a:gd name="connsiteY9" fmla="*/ 1052890 h 1058472"/>
                <a:gd name="connsiteX10" fmla="*/ 872923 w 4323249"/>
                <a:gd name="connsiteY10" fmla="*/ 987485 h 1058472"/>
                <a:gd name="connsiteX11" fmla="*/ 218238 w 4323249"/>
                <a:gd name="connsiteY11" fmla="*/ 804605 h 1058472"/>
                <a:gd name="connsiteX12" fmla="*/ 113815 w 4323249"/>
                <a:gd name="connsiteY12" fmla="*/ 746270 h 1058472"/>
                <a:gd name="connsiteX13" fmla="*/ 45320 w 4323249"/>
                <a:gd name="connsiteY13" fmla="*/ 688876 h 1058472"/>
                <a:gd name="connsiteX14" fmla="*/ 4243 w 4323249"/>
                <a:gd name="connsiteY14" fmla="*/ 638870 h 1058472"/>
                <a:gd name="connsiteX15" fmla="*/ 10593 w 4323249"/>
                <a:gd name="connsiteY15" fmla="*/ 597595 h 1058472"/>
                <a:gd name="connsiteX16" fmla="*/ 61393 w 4323249"/>
                <a:gd name="connsiteY16" fmla="*/ 603945 h 1058472"/>
                <a:gd name="connsiteX17" fmla="*/ 178868 w 4323249"/>
                <a:gd name="connsiteY17" fmla="*/ 642045 h 1058472"/>
                <a:gd name="connsiteX18" fmla="*/ 293168 w 4323249"/>
                <a:gd name="connsiteY18" fmla="*/ 661095 h 1058472"/>
                <a:gd name="connsiteX19" fmla="*/ 258243 w 4323249"/>
                <a:gd name="connsiteY19" fmla="*/ 635695 h 1058472"/>
                <a:gd name="connsiteX20" fmla="*/ 140768 w 4323249"/>
                <a:gd name="connsiteY20" fmla="*/ 553145 h 1058472"/>
                <a:gd name="connsiteX21" fmla="*/ 58218 w 4323249"/>
                <a:gd name="connsiteY21" fmla="*/ 486470 h 1058472"/>
                <a:gd name="connsiteX22" fmla="*/ 20118 w 4323249"/>
                <a:gd name="connsiteY22" fmla="*/ 415827 h 1058472"/>
                <a:gd name="connsiteX23" fmla="*/ 194585 w 4323249"/>
                <a:gd name="connsiteY23" fmla="*/ 303590 h 1058472"/>
                <a:gd name="connsiteX24" fmla="*/ 841173 w 4323249"/>
                <a:gd name="connsiteY24" fmla="*/ 118805 h 1058472"/>
                <a:gd name="connsiteX25" fmla="*/ 1848918 w 4323249"/>
                <a:gd name="connsiteY25" fmla="*/ 695 h 105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323249" h="1058472">
                  <a:moveTo>
                    <a:pt x="1848918" y="695"/>
                  </a:moveTo>
                  <a:cubicBezTo>
                    <a:pt x="2221769" y="9479"/>
                    <a:pt x="2744903" y="125155"/>
                    <a:pt x="3078278" y="171510"/>
                  </a:cubicBezTo>
                  <a:cubicBezTo>
                    <a:pt x="3411653" y="217865"/>
                    <a:pt x="3669992" y="261045"/>
                    <a:pt x="3849168" y="278825"/>
                  </a:cubicBezTo>
                  <a:cubicBezTo>
                    <a:pt x="4028344" y="296605"/>
                    <a:pt x="4076604" y="259457"/>
                    <a:pt x="4153333" y="278190"/>
                  </a:cubicBezTo>
                  <a:cubicBezTo>
                    <a:pt x="4230062" y="296923"/>
                    <a:pt x="4290916" y="351428"/>
                    <a:pt x="4309543" y="391221"/>
                  </a:cubicBezTo>
                  <a:cubicBezTo>
                    <a:pt x="4328170" y="431014"/>
                    <a:pt x="4329440" y="530285"/>
                    <a:pt x="4303193" y="577275"/>
                  </a:cubicBezTo>
                  <a:cubicBezTo>
                    <a:pt x="4276946" y="624265"/>
                    <a:pt x="4240646" y="659507"/>
                    <a:pt x="4152063" y="673160"/>
                  </a:cubicBezTo>
                  <a:cubicBezTo>
                    <a:pt x="4063480" y="686813"/>
                    <a:pt x="3937962" y="628498"/>
                    <a:pt x="3771698" y="659190"/>
                  </a:cubicBezTo>
                  <a:cubicBezTo>
                    <a:pt x="3605434" y="689882"/>
                    <a:pt x="3415992" y="791693"/>
                    <a:pt x="3154478" y="857310"/>
                  </a:cubicBezTo>
                  <a:cubicBezTo>
                    <a:pt x="2892964" y="922927"/>
                    <a:pt x="2582872" y="1031194"/>
                    <a:pt x="2202613" y="1052890"/>
                  </a:cubicBezTo>
                  <a:cubicBezTo>
                    <a:pt x="1822354" y="1074586"/>
                    <a:pt x="1203652" y="1028866"/>
                    <a:pt x="872923" y="987485"/>
                  </a:cubicBezTo>
                  <a:cubicBezTo>
                    <a:pt x="542194" y="946104"/>
                    <a:pt x="363018" y="870645"/>
                    <a:pt x="218238" y="804605"/>
                  </a:cubicBezTo>
                  <a:cubicBezTo>
                    <a:pt x="182043" y="788095"/>
                    <a:pt x="146675" y="768152"/>
                    <a:pt x="113815" y="746270"/>
                  </a:cubicBezTo>
                  <a:lnTo>
                    <a:pt x="45320" y="688876"/>
                  </a:lnTo>
                  <a:cubicBezTo>
                    <a:pt x="28982" y="669297"/>
                    <a:pt x="8477" y="651570"/>
                    <a:pt x="4243" y="638870"/>
                  </a:cubicBezTo>
                  <a:cubicBezTo>
                    <a:pt x="-4224" y="613470"/>
                    <a:pt x="1068" y="603416"/>
                    <a:pt x="10593" y="597595"/>
                  </a:cubicBezTo>
                  <a:cubicBezTo>
                    <a:pt x="20118" y="591774"/>
                    <a:pt x="33347" y="596537"/>
                    <a:pt x="61393" y="603945"/>
                  </a:cubicBezTo>
                  <a:cubicBezTo>
                    <a:pt x="89439" y="611353"/>
                    <a:pt x="140239" y="632520"/>
                    <a:pt x="178868" y="642045"/>
                  </a:cubicBezTo>
                  <a:cubicBezTo>
                    <a:pt x="217497" y="651570"/>
                    <a:pt x="279939" y="662153"/>
                    <a:pt x="293168" y="661095"/>
                  </a:cubicBezTo>
                  <a:cubicBezTo>
                    <a:pt x="306397" y="660037"/>
                    <a:pt x="258243" y="635695"/>
                    <a:pt x="258243" y="635695"/>
                  </a:cubicBezTo>
                  <a:cubicBezTo>
                    <a:pt x="232843" y="617703"/>
                    <a:pt x="174105" y="578016"/>
                    <a:pt x="140768" y="553145"/>
                  </a:cubicBezTo>
                  <a:cubicBezTo>
                    <a:pt x="107431" y="528274"/>
                    <a:pt x="78326" y="509356"/>
                    <a:pt x="58218" y="486470"/>
                  </a:cubicBezTo>
                  <a:cubicBezTo>
                    <a:pt x="38110" y="463584"/>
                    <a:pt x="10063" y="446518"/>
                    <a:pt x="20118" y="415827"/>
                  </a:cubicBezTo>
                  <a:cubicBezTo>
                    <a:pt x="36099" y="388522"/>
                    <a:pt x="124419" y="336424"/>
                    <a:pt x="194585" y="303590"/>
                  </a:cubicBezTo>
                  <a:cubicBezTo>
                    <a:pt x="331427" y="244562"/>
                    <a:pt x="565451" y="169287"/>
                    <a:pt x="841173" y="118805"/>
                  </a:cubicBezTo>
                  <a:cubicBezTo>
                    <a:pt x="1116895" y="68323"/>
                    <a:pt x="1476067" y="-8089"/>
                    <a:pt x="1848918" y="695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28000">
                  <a:srgbClr val="F9DEA9"/>
                </a:gs>
                <a:gs pos="57000">
                  <a:srgbClr val="C49E86"/>
                </a:gs>
                <a:gs pos="73000">
                  <a:srgbClr val="C4AD6E"/>
                </a:gs>
                <a:gs pos="89000">
                  <a:srgbClr val="9D8645"/>
                </a:gs>
              </a:gsLst>
              <a:lin ang="1632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E33CC4B9-02A4-4D90-BB89-B5D2B4F5CD01}"/>
                </a:ext>
              </a:extLst>
            </p:cNvPr>
            <p:cNvSpPr/>
            <p:nvPr/>
          </p:nvSpPr>
          <p:spPr>
            <a:xfrm>
              <a:off x="4968875" y="4511784"/>
              <a:ext cx="688196" cy="220175"/>
            </a:xfrm>
            <a:custGeom>
              <a:avLst/>
              <a:gdLst>
                <a:gd name="connsiteX0" fmla="*/ 3175 w 688196"/>
                <a:gd name="connsiteY0" fmla="*/ 18941 h 220175"/>
                <a:gd name="connsiteX1" fmla="*/ 669925 w 688196"/>
                <a:gd name="connsiteY1" fmla="*/ 18941 h 220175"/>
                <a:gd name="connsiteX2" fmla="*/ 457200 w 688196"/>
                <a:gd name="connsiteY2" fmla="*/ 215791 h 220175"/>
                <a:gd name="connsiteX3" fmla="*/ 0 w 688196"/>
                <a:gd name="connsiteY3" fmla="*/ 136416 h 220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8196" h="220175">
                  <a:moveTo>
                    <a:pt x="3175" y="18941"/>
                  </a:moveTo>
                  <a:cubicBezTo>
                    <a:pt x="298714" y="2537"/>
                    <a:pt x="594254" y="-13867"/>
                    <a:pt x="669925" y="18941"/>
                  </a:cubicBezTo>
                  <a:cubicBezTo>
                    <a:pt x="745596" y="51749"/>
                    <a:pt x="568854" y="196212"/>
                    <a:pt x="457200" y="215791"/>
                  </a:cubicBezTo>
                  <a:cubicBezTo>
                    <a:pt x="345546" y="235370"/>
                    <a:pt x="172773" y="185893"/>
                    <a:pt x="0" y="136416"/>
                  </a:cubicBezTo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76000">
                  <a:srgbClr val="FFCC67"/>
                </a:gs>
              </a:gsLst>
              <a:lin ang="16200000" scaled="0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0" name="Oval 489">
              <a:extLst>
                <a:ext uri="{FF2B5EF4-FFF2-40B4-BE49-F238E27FC236}">
                  <a16:creationId xmlns:a16="http://schemas.microsoft.com/office/drawing/2014/main" id="{E08302D1-94E4-4F96-80B7-321EE10C095F}"/>
                </a:ext>
              </a:extLst>
            </p:cNvPr>
            <p:cNvSpPr/>
            <p:nvPr/>
          </p:nvSpPr>
          <p:spPr>
            <a:xfrm>
              <a:off x="5429250" y="4024312"/>
              <a:ext cx="209550" cy="404165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1" name="Oval 490">
              <a:extLst>
                <a:ext uri="{FF2B5EF4-FFF2-40B4-BE49-F238E27FC236}">
                  <a16:creationId xmlns:a16="http://schemas.microsoft.com/office/drawing/2014/main" id="{E504D657-285E-4858-BB86-F137701782B7}"/>
                </a:ext>
              </a:extLst>
            </p:cNvPr>
            <p:cNvSpPr/>
            <p:nvPr/>
          </p:nvSpPr>
          <p:spPr>
            <a:xfrm>
              <a:off x="5774531" y="3990975"/>
              <a:ext cx="238529" cy="465458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2" name="Oval 491">
              <a:extLst>
                <a:ext uri="{FF2B5EF4-FFF2-40B4-BE49-F238E27FC236}">
                  <a16:creationId xmlns:a16="http://schemas.microsoft.com/office/drawing/2014/main" id="{215991C7-544B-4DFF-9EE7-51FD171DACB3}"/>
                </a:ext>
              </a:extLst>
            </p:cNvPr>
            <p:cNvSpPr/>
            <p:nvPr/>
          </p:nvSpPr>
          <p:spPr>
            <a:xfrm>
              <a:off x="6153172" y="4020502"/>
              <a:ext cx="200025" cy="432121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3" name="Oval 492">
              <a:extLst>
                <a:ext uri="{FF2B5EF4-FFF2-40B4-BE49-F238E27FC236}">
                  <a16:creationId xmlns:a16="http://schemas.microsoft.com/office/drawing/2014/main" id="{0541A4FD-C09A-498A-9C62-1E4A90D6F8A8}"/>
                </a:ext>
              </a:extLst>
            </p:cNvPr>
            <p:cNvSpPr/>
            <p:nvPr/>
          </p:nvSpPr>
          <p:spPr>
            <a:xfrm>
              <a:off x="6472458" y="4038623"/>
              <a:ext cx="189038" cy="345394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4" name="Oval 493">
              <a:extLst>
                <a:ext uri="{FF2B5EF4-FFF2-40B4-BE49-F238E27FC236}">
                  <a16:creationId xmlns:a16="http://schemas.microsoft.com/office/drawing/2014/main" id="{883067AB-81CB-497D-9C85-5B30D6193FBA}"/>
                </a:ext>
              </a:extLst>
            </p:cNvPr>
            <p:cNvSpPr/>
            <p:nvPr/>
          </p:nvSpPr>
          <p:spPr>
            <a:xfrm>
              <a:off x="7803356" y="4067503"/>
              <a:ext cx="240507" cy="231775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5" name="Oval 494">
              <a:extLst>
                <a:ext uri="{FF2B5EF4-FFF2-40B4-BE49-F238E27FC236}">
                  <a16:creationId xmlns:a16="http://schemas.microsoft.com/office/drawing/2014/main" id="{0F0BB018-F961-49E1-81F1-BD214B2AFE8D}"/>
                </a:ext>
              </a:extLst>
            </p:cNvPr>
            <p:cNvSpPr/>
            <p:nvPr/>
          </p:nvSpPr>
          <p:spPr>
            <a:xfrm>
              <a:off x="7445639" y="4096452"/>
              <a:ext cx="219605" cy="204196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6" name="Oval 495">
              <a:extLst>
                <a:ext uri="{FF2B5EF4-FFF2-40B4-BE49-F238E27FC236}">
                  <a16:creationId xmlns:a16="http://schemas.microsoft.com/office/drawing/2014/main" id="{44353945-BADB-42ED-94C2-953973807C3D}"/>
                </a:ext>
              </a:extLst>
            </p:cNvPr>
            <p:cNvSpPr/>
            <p:nvPr/>
          </p:nvSpPr>
          <p:spPr>
            <a:xfrm>
              <a:off x="7165584" y="4090193"/>
              <a:ext cx="215285" cy="250032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7" name="Oval 496">
              <a:extLst>
                <a:ext uri="{FF2B5EF4-FFF2-40B4-BE49-F238E27FC236}">
                  <a16:creationId xmlns:a16="http://schemas.microsoft.com/office/drawing/2014/main" id="{8EA25A60-231E-42CF-9670-9415C2509B5C}"/>
                </a:ext>
              </a:extLst>
            </p:cNvPr>
            <p:cNvSpPr/>
            <p:nvPr/>
          </p:nvSpPr>
          <p:spPr>
            <a:xfrm>
              <a:off x="6826649" y="4072676"/>
              <a:ext cx="215285" cy="292429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8" name="Oval 497">
              <a:extLst>
                <a:ext uri="{FF2B5EF4-FFF2-40B4-BE49-F238E27FC236}">
                  <a16:creationId xmlns:a16="http://schemas.microsoft.com/office/drawing/2014/main" id="{F7BAB3D8-30F6-4EE6-93FB-40A08EFE4E31}"/>
                </a:ext>
              </a:extLst>
            </p:cNvPr>
            <p:cNvSpPr/>
            <p:nvPr/>
          </p:nvSpPr>
          <p:spPr>
            <a:xfrm>
              <a:off x="5143379" y="4036840"/>
              <a:ext cx="201593" cy="337298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9" name="Oval 498">
              <a:extLst>
                <a:ext uri="{FF2B5EF4-FFF2-40B4-BE49-F238E27FC236}">
                  <a16:creationId xmlns:a16="http://schemas.microsoft.com/office/drawing/2014/main" id="{2F12E8C2-EE3F-4638-AF74-6DAF610FDD4A}"/>
                </a:ext>
              </a:extLst>
            </p:cNvPr>
            <p:cNvSpPr/>
            <p:nvPr/>
          </p:nvSpPr>
          <p:spPr>
            <a:xfrm>
              <a:off x="4926941" y="4036841"/>
              <a:ext cx="151166" cy="262438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DCD61A1-6C06-4D5C-9DB5-61DA819CB1D8}"/>
                </a:ext>
              </a:extLst>
            </p:cNvPr>
            <p:cNvSpPr/>
            <p:nvPr/>
          </p:nvSpPr>
          <p:spPr>
            <a:xfrm>
              <a:off x="3878782" y="3878481"/>
              <a:ext cx="1138926" cy="809013"/>
            </a:xfrm>
            <a:custGeom>
              <a:avLst/>
              <a:gdLst>
                <a:gd name="connsiteX0" fmla="*/ 700433 w 1138926"/>
                <a:gd name="connsiteY0" fmla="*/ 0 h 809013"/>
                <a:gd name="connsiteX1" fmla="*/ 740967 w 1138926"/>
                <a:gd name="connsiteY1" fmla="*/ 11813 h 809013"/>
                <a:gd name="connsiteX2" fmla="*/ 893242 w 1138926"/>
                <a:gd name="connsiteY2" fmla="*/ 60107 h 809013"/>
                <a:gd name="connsiteX3" fmla="*/ 985317 w 1138926"/>
                <a:gd name="connsiteY3" fmla="*/ 112494 h 809013"/>
                <a:gd name="connsiteX4" fmla="*/ 1105967 w 1138926"/>
                <a:gd name="connsiteY4" fmla="*/ 242669 h 809013"/>
                <a:gd name="connsiteX5" fmla="*/ 1131367 w 1138926"/>
                <a:gd name="connsiteY5" fmla="*/ 445869 h 809013"/>
                <a:gd name="connsiteX6" fmla="*/ 991667 w 1138926"/>
                <a:gd name="connsiteY6" fmla="*/ 706219 h 809013"/>
                <a:gd name="connsiteX7" fmla="*/ 853456 w 1138926"/>
                <a:gd name="connsiteY7" fmla="*/ 773192 h 809013"/>
                <a:gd name="connsiteX8" fmla="*/ 692588 w 1138926"/>
                <a:gd name="connsiteY8" fmla="*/ 809013 h 809013"/>
                <a:gd name="connsiteX9" fmla="*/ 651462 w 1138926"/>
                <a:gd name="connsiteY9" fmla="*/ 802190 h 809013"/>
                <a:gd name="connsiteX10" fmla="*/ 218238 w 1138926"/>
                <a:gd name="connsiteY10" fmla="*/ 656055 h 809013"/>
                <a:gd name="connsiteX11" fmla="*/ 113815 w 1138926"/>
                <a:gd name="connsiteY11" fmla="*/ 597720 h 809013"/>
                <a:gd name="connsiteX12" fmla="*/ 45320 w 1138926"/>
                <a:gd name="connsiteY12" fmla="*/ 540326 h 809013"/>
                <a:gd name="connsiteX13" fmla="*/ 4243 w 1138926"/>
                <a:gd name="connsiteY13" fmla="*/ 490320 h 809013"/>
                <a:gd name="connsiteX14" fmla="*/ 10593 w 1138926"/>
                <a:gd name="connsiteY14" fmla="*/ 449045 h 809013"/>
                <a:gd name="connsiteX15" fmla="*/ 61393 w 1138926"/>
                <a:gd name="connsiteY15" fmla="*/ 455395 h 809013"/>
                <a:gd name="connsiteX16" fmla="*/ 178868 w 1138926"/>
                <a:gd name="connsiteY16" fmla="*/ 493495 h 809013"/>
                <a:gd name="connsiteX17" fmla="*/ 293168 w 1138926"/>
                <a:gd name="connsiteY17" fmla="*/ 512545 h 809013"/>
                <a:gd name="connsiteX18" fmla="*/ 258243 w 1138926"/>
                <a:gd name="connsiteY18" fmla="*/ 487145 h 809013"/>
                <a:gd name="connsiteX19" fmla="*/ 140768 w 1138926"/>
                <a:gd name="connsiteY19" fmla="*/ 404595 h 809013"/>
                <a:gd name="connsiteX20" fmla="*/ 58218 w 1138926"/>
                <a:gd name="connsiteY20" fmla="*/ 337920 h 809013"/>
                <a:gd name="connsiteX21" fmla="*/ 20118 w 1138926"/>
                <a:gd name="connsiteY21" fmla="*/ 267277 h 809013"/>
                <a:gd name="connsiteX22" fmla="*/ 194585 w 1138926"/>
                <a:gd name="connsiteY22" fmla="*/ 155040 h 809013"/>
                <a:gd name="connsiteX23" fmla="*/ 643067 w 1138926"/>
                <a:gd name="connsiteY23" fmla="*/ 12124 h 809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38926" h="809013">
                  <a:moveTo>
                    <a:pt x="700433" y="0"/>
                  </a:moveTo>
                  <a:lnTo>
                    <a:pt x="740967" y="11813"/>
                  </a:lnTo>
                  <a:cubicBezTo>
                    <a:pt x="812495" y="32673"/>
                    <a:pt x="885966" y="54551"/>
                    <a:pt x="893242" y="60107"/>
                  </a:cubicBezTo>
                  <a:cubicBezTo>
                    <a:pt x="891588" y="61099"/>
                    <a:pt x="966532" y="90004"/>
                    <a:pt x="985317" y="112494"/>
                  </a:cubicBezTo>
                  <a:cubicBezTo>
                    <a:pt x="1033471" y="149800"/>
                    <a:pt x="1081625" y="187107"/>
                    <a:pt x="1105967" y="242669"/>
                  </a:cubicBezTo>
                  <a:cubicBezTo>
                    <a:pt x="1130309" y="298231"/>
                    <a:pt x="1150417" y="368611"/>
                    <a:pt x="1131367" y="445869"/>
                  </a:cubicBezTo>
                  <a:cubicBezTo>
                    <a:pt x="1112317" y="523127"/>
                    <a:pt x="1066279" y="645365"/>
                    <a:pt x="991667" y="706219"/>
                  </a:cubicBezTo>
                  <a:cubicBezTo>
                    <a:pt x="954361" y="736646"/>
                    <a:pt x="906538" y="757350"/>
                    <a:pt x="853456" y="773192"/>
                  </a:cubicBezTo>
                  <a:lnTo>
                    <a:pt x="692588" y="809013"/>
                  </a:lnTo>
                  <a:lnTo>
                    <a:pt x="651462" y="802190"/>
                  </a:lnTo>
                  <a:cubicBezTo>
                    <a:pt x="454756" y="760413"/>
                    <a:pt x="326823" y="705585"/>
                    <a:pt x="218238" y="656055"/>
                  </a:cubicBezTo>
                  <a:cubicBezTo>
                    <a:pt x="182043" y="639545"/>
                    <a:pt x="146675" y="619602"/>
                    <a:pt x="113815" y="597720"/>
                  </a:cubicBezTo>
                  <a:lnTo>
                    <a:pt x="45320" y="540326"/>
                  </a:lnTo>
                  <a:cubicBezTo>
                    <a:pt x="28982" y="520747"/>
                    <a:pt x="8477" y="503020"/>
                    <a:pt x="4243" y="490320"/>
                  </a:cubicBezTo>
                  <a:cubicBezTo>
                    <a:pt x="-4224" y="464920"/>
                    <a:pt x="1068" y="454866"/>
                    <a:pt x="10593" y="449045"/>
                  </a:cubicBezTo>
                  <a:cubicBezTo>
                    <a:pt x="20118" y="443224"/>
                    <a:pt x="33347" y="447987"/>
                    <a:pt x="61393" y="455395"/>
                  </a:cubicBezTo>
                  <a:cubicBezTo>
                    <a:pt x="89439" y="462803"/>
                    <a:pt x="140239" y="483970"/>
                    <a:pt x="178868" y="493495"/>
                  </a:cubicBezTo>
                  <a:cubicBezTo>
                    <a:pt x="217497" y="503020"/>
                    <a:pt x="279939" y="513603"/>
                    <a:pt x="293168" y="512545"/>
                  </a:cubicBezTo>
                  <a:cubicBezTo>
                    <a:pt x="306397" y="511487"/>
                    <a:pt x="258243" y="487145"/>
                    <a:pt x="258243" y="487145"/>
                  </a:cubicBezTo>
                  <a:cubicBezTo>
                    <a:pt x="232843" y="469153"/>
                    <a:pt x="174105" y="429466"/>
                    <a:pt x="140768" y="404595"/>
                  </a:cubicBezTo>
                  <a:cubicBezTo>
                    <a:pt x="107431" y="379724"/>
                    <a:pt x="78326" y="360806"/>
                    <a:pt x="58218" y="337920"/>
                  </a:cubicBezTo>
                  <a:cubicBezTo>
                    <a:pt x="38110" y="315034"/>
                    <a:pt x="10063" y="297968"/>
                    <a:pt x="20118" y="267277"/>
                  </a:cubicBezTo>
                  <a:cubicBezTo>
                    <a:pt x="36099" y="239972"/>
                    <a:pt x="124419" y="187874"/>
                    <a:pt x="194585" y="155040"/>
                  </a:cubicBezTo>
                  <a:cubicBezTo>
                    <a:pt x="297217" y="110769"/>
                    <a:pt x="454513" y="57359"/>
                    <a:pt x="643067" y="12124"/>
                  </a:cubicBezTo>
                  <a:close/>
                </a:path>
              </a:pathLst>
            </a:custGeom>
            <a:gradFill flip="none" rotWithShape="1">
              <a:gsLst>
                <a:gs pos="23000">
                  <a:schemeClr val="bg1">
                    <a:lumMod val="95000"/>
                  </a:schemeClr>
                </a:gs>
                <a:gs pos="47000">
                  <a:srgbClr val="F9DEA9"/>
                </a:gs>
                <a:gs pos="68000">
                  <a:srgbClr val="C4AD6E"/>
                </a:gs>
                <a:gs pos="89000">
                  <a:srgbClr val="9D8645"/>
                </a:gs>
              </a:gsLst>
              <a:lin ang="156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A8B302E-DA25-4352-95A8-F85BEAD1CFF4}"/>
                </a:ext>
              </a:extLst>
            </p:cNvPr>
            <p:cNvSpPr/>
            <p:nvPr/>
          </p:nvSpPr>
          <p:spPr>
            <a:xfrm>
              <a:off x="3990976" y="4210050"/>
              <a:ext cx="403790" cy="349447"/>
            </a:xfrm>
            <a:custGeom>
              <a:avLst/>
              <a:gdLst>
                <a:gd name="connsiteX0" fmla="*/ 180975 w 403439"/>
                <a:gd name="connsiteY0" fmla="*/ 187325 h 349419"/>
                <a:gd name="connsiteX1" fmla="*/ 390525 w 403439"/>
                <a:gd name="connsiteY1" fmla="*/ 349250 h 349419"/>
                <a:gd name="connsiteX2" fmla="*/ 358775 w 403439"/>
                <a:gd name="connsiteY2" fmla="*/ 215900 h 349419"/>
                <a:gd name="connsiteX3" fmla="*/ 177800 w 403439"/>
                <a:gd name="connsiteY3" fmla="*/ 101600 h 349419"/>
                <a:gd name="connsiteX4" fmla="*/ 0 w 403439"/>
                <a:gd name="connsiteY4" fmla="*/ 0 h 349419"/>
                <a:gd name="connsiteX0" fmla="*/ 176213 w 403790"/>
                <a:gd name="connsiteY0" fmla="*/ 184944 h 349447"/>
                <a:gd name="connsiteX1" fmla="*/ 390525 w 403790"/>
                <a:gd name="connsiteY1" fmla="*/ 349250 h 349447"/>
                <a:gd name="connsiteX2" fmla="*/ 358775 w 403790"/>
                <a:gd name="connsiteY2" fmla="*/ 215900 h 349447"/>
                <a:gd name="connsiteX3" fmla="*/ 177800 w 403790"/>
                <a:gd name="connsiteY3" fmla="*/ 101600 h 349447"/>
                <a:gd name="connsiteX4" fmla="*/ 0 w 403790"/>
                <a:gd name="connsiteY4" fmla="*/ 0 h 349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90" h="349447">
                  <a:moveTo>
                    <a:pt x="176213" y="184944"/>
                  </a:moveTo>
                  <a:cubicBezTo>
                    <a:pt x="266171" y="263525"/>
                    <a:pt x="360098" y="344091"/>
                    <a:pt x="390525" y="349250"/>
                  </a:cubicBezTo>
                  <a:cubicBezTo>
                    <a:pt x="420952" y="354409"/>
                    <a:pt x="394229" y="257175"/>
                    <a:pt x="358775" y="215900"/>
                  </a:cubicBezTo>
                  <a:cubicBezTo>
                    <a:pt x="323321" y="174625"/>
                    <a:pt x="237596" y="137583"/>
                    <a:pt x="177800" y="101600"/>
                  </a:cubicBezTo>
                  <a:cubicBezTo>
                    <a:pt x="118004" y="65617"/>
                    <a:pt x="59002" y="32808"/>
                    <a:pt x="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2" name="Oval 501">
              <a:extLst>
                <a:ext uri="{FF2B5EF4-FFF2-40B4-BE49-F238E27FC236}">
                  <a16:creationId xmlns:a16="http://schemas.microsoft.com/office/drawing/2014/main" id="{CAE57C78-AF96-4583-B0AC-D16ECF141C74}"/>
                </a:ext>
              </a:extLst>
            </p:cNvPr>
            <p:cNvSpPr/>
            <p:nvPr/>
          </p:nvSpPr>
          <p:spPr>
            <a:xfrm>
              <a:off x="4219466" y="4089602"/>
              <a:ext cx="235059" cy="231775"/>
            </a:xfrm>
            <a:prstGeom prst="ellipse">
              <a:avLst/>
            </a:prstGeom>
            <a:gradFill flip="none" rotWithShape="1">
              <a:gsLst>
                <a:gs pos="43000">
                  <a:schemeClr val="accent4">
                    <a:lumMod val="60000"/>
                    <a:lumOff val="40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3" name="Oval 22">
              <a:extLst>
                <a:ext uri="{FF2B5EF4-FFF2-40B4-BE49-F238E27FC236}">
                  <a16:creationId xmlns:a16="http://schemas.microsoft.com/office/drawing/2014/main" id="{DED848B2-1440-48E4-8ADB-19DE577BCFCF}"/>
                </a:ext>
              </a:extLst>
            </p:cNvPr>
            <p:cNvSpPr/>
            <p:nvPr/>
          </p:nvSpPr>
          <p:spPr>
            <a:xfrm>
              <a:off x="4255202" y="4145609"/>
              <a:ext cx="139212" cy="120162"/>
            </a:xfrm>
            <a:custGeom>
              <a:avLst/>
              <a:gdLst>
                <a:gd name="connsiteX0" fmla="*/ 0 w 120162"/>
                <a:gd name="connsiteY0" fmla="*/ 60081 h 120162"/>
                <a:gd name="connsiteX1" fmla="*/ 60081 w 120162"/>
                <a:gd name="connsiteY1" fmla="*/ 0 h 120162"/>
                <a:gd name="connsiteX2" fmla="*/ 120162 w 120162"/>
                <a:gd name="connsiteY2" fmla="*/ 60081 h 120162"/>
                <a:gd name="connsiteX3" fmla="*/ 60081 w 120162"/>
                <a:gd name="connsiteY3" fmla="*/ 120162 h 120162"/>
                <a:gd name="connsiteX4" fmla="*/ 0 w 120162"/>
                <a:gd name="connsiteY4" fmla="*/ 60081 h 120162"/>
                <a:gd name="connsiteX0" fmla="*/ 0 w 139212"/>
                <a:gd name="connsiteY0" fmla="*/ 60081 h 120162"/>
                <a:gd name="connsiteX1" fmla="*/ 79131 w 139212"/>
                <a:gd name="connsiteY1" fmla="*/ 0 h 120162"/>
                <a:gd name="connsiteX2" fmla="*/ 139212 w 139212"/>
                <a:gd name="connsiteY2" fmla="*/ 60081 h 120162"/>
                <a:gd name="connsiteX3" fmla="*/ 79131 w 139212"/>
                <a:gd name="connsiteY3" fmla="*/ 120162 h 120162"/>
                <a:gd name="connsiteX4" fmla="*/ 0 w 139212"/>
                <a:gd name="connsiteY4" fmla="*/ 60081 h 120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12" h="120162">
                  <a:moveTo>
                    <a:pt x="0" y="60081"/>
                  </a:moveTo>
                  <a:cubicBezTo>
                    <a:pt x="0" y="26899"/>
                    <a:pt x="55929" y="0"/>
                    <a:pt x="79131" y="0"/>
                  </a:cubicBezTo>
                  <a:cubicBezTo>
                    <a:pt x="102333" y="0"/>
                    <a:pt x="139212" y="26899"/>
                    <a:pt x="139212" y="60081"/>
                  </a:cubicBezTo>
                  <a:cubicBezTo>
                    <a:pt x="139212" y="93263"/>
                    <a:pt x="102333" y="120162"/>
                    <a:pt x="79131" y="120162"/>
                  </a:cubicBezTo>
                  <a:cubicBezTo>
                    <a:pt x="55929" y="120162"/>
                    <a:pt x="0" y="93263"/>
                    <a:pt x="0" y="60081"/>
                  </a:cubicBezTo>
                  <a:close/>
                </a:path>
              </a:pathLst>
            </a:custGeom>
            <a:solidFill>
              <a:schemeClr val="tx1"/>
            </a:solidFill>
            <a:ln w="3175">
              <a:gradFill>
                <a:gsLst>
                  <a:gs pos="0">
                    <a:schemeClr val="accent2">
                      <a:lumMod val="75000"/>
                    </a:schemeClr>
                  </a:gs>
                  <a:gs pos="100000">
                    <a:schemeClr val="accent4">
                      <a:lumMod val="60000"/>
                      <a:lumOff val="4000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8DCA9A33-90DB-4A99-AC91-714DD5F57934}"/>
                </a:ext>
              </a:extLst>
            </p:cNvPr>
            <p:cNvSpPr/>
            <p:nvPr/>
          </p:nvSpPr>
          <p:spPr>
            <a:xfrm>
              <a:off x="3878782" y="3729930"/>
              <a:ext cx="4323249" cy="1058472"/>
            </a:xfrm>
            <a:custGeom>
              <a:avLst/>
              <a:gdLst>
                <a:gd name="connsiteX0" fmla="*/ 1763193 w 4323249"/>
                <a:gd name="connsiteY0" fmla="*/ 1070 h 1027097"/>
                <a:gd name="connsiteX1" fmla="*/ 3078278 w 4323249"/>
                <a:gd name="connsiteY1" fmla="*/ 140135 h 1027097"/>
                <a:gd name="connsiteX2" fmla="*/ 3849168 w 4323249"/>
                <a:gd name="connsiteY2" fmla="*/ 247450 h 1027097"/>
                <a:gd name="connsiteX3" fmla="*/ 4153333 w 4323249"/>
                <a:gd name="connsiteY3" fmla="*/ 246815 h 1027097"/>
                <a:gd name="connsiteX4" fmla="*/ 4309543 w 4323249"/>
                <a:gd name="connsiteY4" fmla="*/ 359846 h 1027097"/>
                <a:gd name="connsiteX5" fmla="*/ 4303193 w 4323249"/>
                <a:gd name="connsiteY5" fmla="*/ 545900 h 1027097"/>
                <a:gd name="connsiteX6" fmla="*/ 4152063 w 4323249"/>
                <a:gd name="connsiteY6" fmla="*/ 641785 h 1027097"/>
                <a:gd name="connsiteX7" fmla="*/ 3771698 w 4323249"/>
                <a:gd name="connsiteY7" fmla="*/ 627815 h 1027097"/>
                <a:gd name="connsiteX8" fmla="*/ 3154478 w 4323249"/>
                <a:gd name="connsiteY8" fmla="*/ 825935 h 1027097"/>
                <a:gd name="connsiteX9" fmla="*/ 2202613 w 4323249"/>
                <a:gd name="connsiteY9" fmla="*/ 1021515 h 1027097"/>
                <a:gd name="connsiteX10" fmla="*/ 872923 w 4323249"/>
                <a:gd name="connsiteY10" fmla="*/ 956110 h 1027097"/>
                <a:gd name="connsiteX11" fmla="*/ 218238 w 4323249"/>
                <a:gd name="connsiteY11" fmla="*/ 773230 h 1027097"/>
                <a:gd name="connsiteX12" fmla="*/ 113815 w 4323249"/>
                <a:gd name="connsiteY12" fmla="*/ 714895 h 1027097"/>
                <a:gd name="connsiteX13" fmla="*/ 49857 w 4323249"/>
                <a:gd name="connsiteY13" fmla="*/ 664818 h 1027097"/>
                <a:gd name="connsiteX14" fmla="*/ 45320 w 4323249"/>
                <a:gd name="connsiteY14" fmla="*/ 657501 h 1027097"/>
                <a:gd name="connsiteX15" fmla="*/ 4243 w 4323249"/>
                <a:gd name="connsiteY15" fmla="*/ 607495 h 1027097"/>
                <a:gd name="connsiteX16" fmla="*/ 10593 w 4323249"/>
                <a:gd name="connsiteY16" fmla="*/ 566220 h 1027097"/>
                <a:gd name="connsiteX17" fmla="*/ 61393 w 4323249"/>
                <a:gd name="connsiteY17" fmla="*/ 572570 h 1027097"/>
                <a:gd name="connsiteX18" fmla="*/ 178868 w 4323249"/>
                <a:gd name="connsiteY18" fmla="*/ 610670 h 1027097"/>
                <a:gd name="connsiteX19" fmla="*/ 293168 w 4323249"/>
                <a:gd name="connsiteY19" fmla="*/ 629720 h 1027097"/>
                <a:gd name="connsiteX20" fmla="*/ 258243 w 4323249"/>
                <a:gd name="connsiteY20" fmla="*/ 604320 h 1027097"/>
                <a:gd name="connsiteX21" fmla="*/ 140768 w 4323249"/>
                <a:gd name="connsiteY21" fmla="*/ 521770 h 1027097"/>
                <a:gd name="connsiteX22" fmla="*/ 58218 w 4323249"/>
                <a:gd name="connsiteY22" fmla="*/ 455095 h 1027097"/>
                <a:gd name="connsiteX23" fmla="*/ 39168 w 4323249"/>
                <a:gd name="connsiteY23" fmla="*/ 382070 h 1027097"/>
                <a:gd name="connsiteX24" fmla="*/ 42545 w 4323249"/>
                <a:gd name="connsiteY24" fmla="*/ 351001 h 1027097"/>
                <a:gd name="connsiteX25" fmla="*/ 53793 w 4323249"/>
                <a:gd name="connsiteY25" fmla="*/ 342928 h 1027097"/>
                <a:gd name="connsiteX26" fmla="*/ 154103 w 4323249"/>
                <a:gd name="connsiteY26" fmla="*/ 291265 h 1027097"/>
                <a:gd name="connsiteX27" fmla="*/ 841173 w 4323249"/>
                <a:gd name="connsiteY27" fmla="*/ 87430 h 1027097"/>
                <a:gd name="connsiteX28" fmla="*/ 1763193 w 4323249"/>
                <a:gd name="connsiteY28" fmla="*/ 1070 h 1027097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39168 w 4323249"/>
                <a:gd name="connsiteY23" fmla="*/ 413471 h 1058498"/>
                <a:gd name="connsiteX24" fmla="*/ 42545 w 4323249"/>
                <a:gd name="connsiteY24" fmla="*/ 382402 h 1058498"/>
                <a:gd name="connsiteX25" fmla="*/ 53793 w 4323249"/>
                <a:gd name="connsiteY25" fmla="*/ 374329 h 1058498"/>
                <a:gd name="connsiteX26" fmla="*/ 154103 w 4323249"/>
                <a:gd name="connsiteY26" fmla="*/ 322666 h 1058498"/>
                <a:gd name="connsiteX27" fmla="*/ 841173 w 4323249"/>
                <a:gd name="connsiteY27" fmla="*/ 118831 h 1058498"/>
                <a:gd name="connsiteX28" fmla="*/ 1848918 w 4323249"/>
                <a:gd name="connsiteY28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39168 w 4323249"/>
                <a:gd name="connsiteY23" fmla="*/ 413471 h 1058498"/>
                <a:gd name="connsiteX24" fmla="*/ 53793 w 4323249"/>
                <a:gd name="connsiteY24" fmla="*/ 374329 h 1058498"/>
                <a:gd name="connsiteX25" fmla="*/ 154103 w 4323249"/>
                <a:gd name="connsiteY25" fmla="*/ 322666 h 1058498"/>
                <a:gd name="connsiteX26" fmla="*/ 841173 w 4323249"/>
                <a:gd name="connsiteY26" fmla="*/ 118831 h 1058498"/>
                <a:gd name="connsiteX27" fmla="*/ 1848918 w 4323249"/>
                <a:gd name="connsiteY27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39168 w 4323249"/>
                <a:gd name="connsiteY23" fmla="*/ 413471 h 1058498"/>
                <a:gd name="connsiteX24" fmla="*/ 72843 w 4323249"/>
                <a:gd name="connsiteY24" fmla="*/ 364804 h 1058498"/>
                <a:gd name="connsiteX25" fmla="*/ 154103 w 4323249"/>
                <a:gd name="connsiteY25" fmla="*/ 322666 h 1058498"/>
                <a:gd name="connsiteX26" fmla="*/ 841173 w 4323249"/>
                <a:gd name="connsiteY26" fmla="*/ 118831 h 1058498"/>
                <a:gd name="connsiteX27" fmla="*/ 1848918 w 4323249"/>
                <a:gd name="connsiteY27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9857 w 4323249"/>
                <a:gd name="connsiteY13" fmla="*/ 696219 h 1058498"/>
                <a:gd name="connsiteX14" fmla="*/ 45320 w 4323249"/>
                <a:gd name="connsiteY14" fmla="*/ 688902 h 1058498"/>
                <a:gd name="connsiteX15" fmla="*/ 4243 w 4323249"/>
                <a:gd name="connsiteY15" fmla="*/ 638896 h 1058498"/>
                <a:gd name="connsiteX16" fmla="*/ 10593 w 4323249"/>
                <a:gd name="connsiteY16" fmla="*/ 597621 h 1058498"/>
                <a:gd name="connsiteX17" fmla="*/ 61393 w 4323249"/>
                <a:gd name="connsiteY17" fmla="*/ 603971 h 1058498"/>
                <a:gd name="connsiteX18" fmla="*/ 178868 w 4323249"/>
                <a:gd name="connsiteY18" fmla="*/ 642071 h 1058498"/>
                <a:gd name="connsiteX19" fmla="*/ 293168 w 4323249"/>
                <a:gd name="connsiteY19" fmla="*/ 661121 h 1058498"/>
                <a:gd name="connsiteX20" fmla="*/ 258243 w 4323249"/>
                <a:gd name="connsiteY20" fmla="*/ 635721 h 1058498"/>
                <a:gd name="connsiteX21" fmla="*/ 140768 w 4323249"/>
                <a:gd name="connsiteY21" fmla="*/ 553171 h 1058498"/>
                <a:gd name="connsiteX22" fmla="*/ 58218 w 4323249"/>
                <a:gd name="connsiteY22" fmla="*/ 486496 h 1058498"/>
                <a:gd name="connsiteX23" fmla="*/ 22499 w 4323249"/>
                <a:gd name="connsiteY23" fmla="*/ 406327 h 1058498"/>
                <a:gd name="connsiteX24" fmla="*/ 72843 w 4323249"/>
                <a:gd name="connsiteY24" fmla="*/ 364804 h 1058498"/>
                <a:gd name="connsiteX25" fmla="*/ 154103 w 4323249"/>
                <a:gd name="connsiteY25" fmla="*/ 322666 h 1058498"/>
                <a:gd name="connsiteX26" fmla="*/ 841173 w 4323249"/>
                <a:gd name="connsiteY26" fmla="*/ 118831 h 1058498"/>
                <a:gd name="connsiteX27" fmla="*/ 1848918 w 4323249"/>
                <a:gd name="connsiteY27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2499 w 4323249"/>
                <a:gd name="connsiteY22" fmla="*/ 406327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72843 w 4323249"/>
                <a:gd name="connsiteY23" fmla="*/ 364804 h 1058498"/>
                <a:gd name="connsiteX24" fmla="*/ 154103 w 4323249"/>
                <a:gd name="connsiteY24" fmla="*/ 322666 h 1058498"/>
                <a:gd name="connsiteX25" fmla="*/ 841173 w 4323249"/>
                <a:gd name="connsiteY25" fmla="*/ 118831 h 1058498"/>
                <a:gd name="connsiteX26" fmla="*/ 1848918 w 4323249"/>
                <a:gd name="connsiteY26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01565 h 1058498"/>
                <a:gd name="connsiteX23" fmla="*/ 154103 w 4323249"/>
                <a:gd name="connsiteY23" fmla="*/ 322666 h 1058498"/>
                <a:gd name="connsiteX24" fmla="*/ 841173 w 4323249"/>
                <a:gd name="connsiteY24" fmla="*/ 118831 h 1058498"/>
                <a:gd name="connsiteX25" fmla="*/ 1848918 w 4323249"/>
                <a:gd name="connsiteY25" fmla="*/ 721 h 1058498"/>
                <a:gd name="connsiteX0" fmla="*/ 1848918 w 4323249"/>
                <a:gd name="connsiteY0" fmla="*/ 721 h 1058498"/>
                <a:gd name="connsiteX1" fmla="*/ 3078278 w 4323249"/>
                <a:gd name="connsiteY1" fmla="*/ 171536 h 1058498"/>
                <a:gd name="connsiteX2" fmla="*/ 3849168 w 4323249"/>
                <a:gd name="connsiteY2" fmla="*/ 278851 h 1058498"/>
                <a:gd name="connsiteX3" fmla="*/ 4153333 w 4323249"/>
                <a:gd name="connsiteY3" fmla="*/ 278216 h 1058498"/>
                <a:gd name="connsiteX4" fmla="*/ 4309543 w 4323249"/>
                <a:gd name="connsiteY4" fmla="*/ 391247 h 1058498"/>
                <a:gd name="connsiteX5" fmla="*/ 4303193 w 4323249"/>
                <a:gd name="connsiteY5" fmla="*/ 577301 h 1058498"/>
                <a:gd name="connsiteX6" fmla="*/ 4152063 w 4323249"/>
                <a:gd name="connsiteY6" fmla="*/ 673186 h 1058498"/>
                <a:gd name="connsiteX7" fmla="*/ 3771698 w 4323249"/>
                <a:gd name="connsiteY7" fmla="*/ 659216 h 1058498"/>
                <a:gd name="connsiteX8" fmla="*/ 3154478 w 4323249"/>
                <a:gd name="connsiteY8" fmla="*/ 857336 h 1058498"/>
                <a:gd name="connsiteX9" fmla="*/ 2202613 w 4323249"/>
                <a:gd name="connsiteY9" fmla="*/ 1052916 h 1058498"/>
                <a:gd name="connsiteX10" fmla="*/ 872923 w 4323249"/>
                <a:gd name="connsiteY10" fmla="*/ 987511 h 1058498"/>
                <a:gd name="connsiteX11" fmla="*/ 218238 w 4323249"/>
                <a:gd name="connsiteY11" fmla="*/ 804631 h 1058498"/>
                <a:gd name="connsiteX12" fmla="*/ 113815 w 4323249"/>
                <a:gd name="connsiteY12" fmla="*/ 746296 h 1058498"/>
                <a:gd name="connsiteX13" fmla="*/ 45320 w 4323249"/>
                <a:gd name="connsiteY13" fmla="*/ 688902 h 1058498"/>
                <a:gd name="connsiteX14" fmla="*/ 4243 w 4323249"/>
                <a:gd name="connsiteY14" fmla="*/ 638896 h 1058498"/>
                <a:gd name="connsiteX15" fmla="*/ 10593 w 4323249"/>
                <a:gd name="connsiteY15" fmla="*/ 597621 h 1058498"/>
                <a:gd name="connsiteX16" fmla="*/ 61393 w 4323249"/>
                <a:gd name="connsiteY16" fmla="*/ 603971 h 1058498"/>
                <a:gd name="connsiteX17" fmla="*/ 178868 w 4323249"/>
                <a:gd name="connsiteY17" fmla="*/ 642071 h 1058498"/>
                <a:gd name="connsiteX18" fmla="*/ 293168 w 4323249"/>
                <a:gd name="connsiteY18" fmla="*/ 661121 h 1058498"/>
                <a:gd name="connsiteX19" fmla="*/ 258243 w 4323249"/>
                <a:gd name="connsiteY19" fmla="*/ 635721 h 1058498"/>
                <a:gd name="connsiteX20" fmla="*/ 140768 w 4323249"/>
                <a:gd name="connsiteY20" fmla="*/ 553171 h 1058498"/>
                <a:gd name="connsiteX21" fmla="*/ 58218 w 4323249"/>
                <a:gd name="connsiteY21" fmla="*/ 486496 h 1058498"/>
                <a:gd name="connsiteX22" fmla="*/ 20118 w 4323249"/>
                <a:gd name="connsiteY22" fmla="*/ 415853 h 1058498"/>
                <a:gd name="connsiteX23" fmla="*/ 154103 w 4323249"/>
                <a:gd name="connsiteY23" fmla="*/ 322666 h 1058498"/>
                <a:gd name="connsiteX24" fmla="*/ 841173 w 4323249"/>
                <a:gd name="connsiteY24" fmla="*/ 118831 h 1058498"/>
                <a:gd name="connsiteX25" fmla="*/ 1848918 w 4323249"/>
                <a:gd name="connsiteY25" fmla="*/ 721 h 1058498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75534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75534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75534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89822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89822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89 h 1058466"/>
                <a:gd name="connsiteX1" fmla="*/ 3078278 w 4323249"/>
                <a:gd name="connsiteY1" fmla="*/ 171504 h 1058466"/>
                <a:gd name="connsiteX2" fmla="*/ 3849168 w 4323249"/>
                <a:gd name="connsiteY2" fmla="*/ 278819 h 1058466"/>
                <a:gd name="connsiteX3" fmla="*/ 4153333 w 4323249"/>
                <a:gd name="connsiteY3" fmla="*/ 278184 h 1058466"/>
                <a:gd name="connsiteX4" fmla="*/ 4309543 w 4323249"/>
                <a:gd name="connsiteY4" fmla="*/ 391215 h 1058466"/>
                <a:gd name="connsiteX5" fmla="*/ 4303193 w 4323249"/>
                <a:gd name="connsiteY5" fmla="*/ 577269 h 1058466"/>
                <a:gd name="connsiteX6" fmla="*/ 4152063 w 4323249"/>
                <a:gd name="connsiteY6" fmla="*/ 673154 h 1058466"/>
                <a:gd name="connsiteX7" fmla="*/ 3771698 w 4323249"/>
                <a:gd name="connsiteY7" fmla="*/ 659184 h 1058466"/>
                <a:gd name="connsiteX8" fmla="*/ 3154478 w 4323249"/>
                <a:gd name="connsiteY8" fmla="*/ 857304 h 1058466"/>
                <a:gd name="connsiteX9" fmla="*/ 2202613 w 4323249"/>
                <a:gd name="connsiteY9" fmla="*/ 1052884 h 1058466"/>
                <a:gd name="connsiteX10" fmla="*/ 872923 w 4323249"/>
                <a:gd name="connsiteY10" fmla="*/ 987479 h 1058466"/>
                <a:gd name="connsiteX11" fmla="*/ 218238 w 4323249"/>
                <a:gd name="connsiteY11" fmla="*/ 804599 h 1058466"/>
                <a:gd name="connsiteX12" fmla="*/ 113815 w 4323249"/>
                <a:gd name="connsiteY12" fmla="*/ 746264 h 1058466"/>
                <a:gd name="connsiteX13" fmla="*/ 45320 w 4323249"/>
                <a:gd name="connsiteY13" fmla="*/ 688870 h 1058466"/>
                <a:gd name="connsiteX14" fmla="*/ 4243 w 4323249"/>
                <a:gd name="connsiteY14" fmla="*/ 638864 h 1058466"/>
                <a:gd name="connsiteX15" fmla="*/ 10593 w 4323249"/>
                <a:gd name="connsiteY15" fmla="*/ 597589 h 1058466"/>
                <a:gd name="connsiteX16" fmla="*/ 61393 w 4323249"/>
                <a:gd name="connsiteY16" fmla="*/ 603939 h 1058466"/>
                <a:gd name="connsiteX17" fmla="*/ 178868 w 4323249"/>
                <a:gd name="connsiteY17" fmla="*/ 642039 h 1058466"/>
                <a:gd name="connsiteX18" fmla="*/ 293168 w 4323249"/>
                <a:gd name="connsiteY18" fmla="*/ 661089 h 1058466"/>
                <a:gd name="connsiteX19" fmla="*/ 258243 w 4323249"/>
                <a:gd name="connsiteY19" fmla="*/ 635689 h 1058466"/>
                <a:gd name="connsiteX20" fmla="*/ 140768 w 4323249"/>
                <a:gd name="connsiteY20" fmla="*/ 553139 h 1058466"/>
                <a:gd name="connsiteX21" fmla="*/ 58218 w 4323249"/>
                <a:gd name="connsiteY21" fmla="*/ 486464 h 1058466"/>
                <a:gd name="connsiteX22" fmla="*/ 20118 w 4323249"/>
                <a:gd name="connsiteY22" fmla="*/ 415821 h 1058466"/>
                <a:gd name="connsiteX23" fmla="*/ 189822 w 4323249"/>
                <a:gd name="connsiteY23" fmla="*/ 298822 h 1058466"/>
                <a:gd name="connsiteX24" fmla="*/ 841173 w 4323249"/>
                <a:gd name="connsiteY24" fmla="*/ 118799 h 1058466"/>
                <a:gd name="connsiteX25" fmla="*/ 1848918 w 4323249"/>
                <a:gd name="connsiteY25" fmla="*/ 689 h 1058466"/>
                <a:gd name="connsiteX0" fmla="*/ 1848918 w 4323249"/>
                <a:gd name="connsiteY0" fmla="*/ 695 h 1058472"/>
                <a:gd name="connsiteX1" fmla="*/ 3078278 w 4323249"/>
                <a:gd name="connsiteY1" fmla="*/ 171510 h 1058472"/>
                <a:gd name="connsiteX2" fmla="*/ 3849168 w 4323249"/>
                <a:gd name="connsiteY2" fmla="*/ 278825 h 1058472"/>
                <a:gd name="connsiteX3" fmla="*/ 4153333 w 4323249"/>
                <a:gd name="connsiteY3" fmla="*/ 278190 h 1058472"/>
                <a:gd name="connsiteX4" fmla="*/ 4309543 w 4323249"/>
                <a:gd name="connsiteY4" fmla="*/ 391221 h 1058472"/>
                <a:gd name="connsiteX5" fmla="*/ 4303193 w 4323249"/>
                <a:gd name="connsiteY5" fmla="*/ 577275 h 1058472"/>
                <a:gd name="connsiteX6" fmla="*/ 4152063 w 4323249"/>
                <a:gd name="connsiteY6" fmla="*/ 673160 h 1058472"/>
                <a:gd name="connsiteX7" fmla="*/ 3771698 w 4323249"/>
                <a:gd name="connsiteY7" fmla="*/ 659190 h 1058472"/>
                <a:gd name="connsiteX8" fmla="*/ 3154478 w 4323249"/>
                <a:gd name="connsiteY8" fmla="*/ 857310 h 1058472"/>
                <a:gd name="connsiteX9" fmla="*/ 2202613 w 4323249"/>
                <a:gd name="connsiteY9" fmla="*/ 1052890 h 1058472"/>
                <a:gd name="connsiteX10" fmla="*/ 872923 w 4323249"/>
                <a:gd name="connsiteY10" fmla="*/ 987485 h 1058472"/>
                <a:gd name="connsiteX11" fmla="*/ 218238 w 4323249"/>
                <a:gd name="connsiteY11" fmla="*/ 804605 h 1058472"/>
                <a:gd name="connsiteX12" fmla="*/ 113815 w 4323249"/>
                <a:gd name="connsiteY12" fmla="*/ 746270 h 1058472"/>
                <a:gd name="connsiteX13" fmla="*/ 45320 w 4323249"/>
                <a:gd name="connsiteY13" fmla="*/ 688876 h 1058472"/>
                <a:gd name="connsiteX14" fmla="*/ 4243 w 4323249"/>
                <a:gd name="connsiteY14" fmla="*/ 638870 h 1058472"/>
                <a:gd name="connsiteX15" fmla="*/ 10593 w 4323249"/>
                <a:gd name="connsiteY15" fmla="*/ 597595 h 1058472"/>
                <a:gd name="connsiteX16" fmla="*/ 61393 w 4323249"/>
                <a:gd name="connsiteY16" fmla="*/ 603945 h 1058472"/>
                <a:gd name="connsiteX17" fmla="*/ 178868 w 4323249"/>
                <a:gd name="connsiteY17" fmla="*/ 642045 h 1058472"/>
                <a:gd name="connsiteX18" fmla="*/ 293168 w 4323249"/>
                <a:gd name="connsiteY18" fmla="*/ 661095 h 1058472"/>
                <a:gd name="connsiteX19" fmla="*/ 258243 w 4323249"/>
                <a:gd name="connsiteY19" fmla="*/ 635695 h 1058472"/>
                <a:gd name="connsiteX20" fmla="*/ 140768 w 4323249"/>
                <a:gd name="connsiteY20" fmla="*/ 553145 h 1058472"/>
                <a:gd name="connsiteX21" fmla="*/ 58218 w 4323249"/>
                <a:gd name="connsiteY21" fmla="*/ 486470 h 1058472"/>
                <a:gd name="connsiteX22" fmla="*/ 20118 w 4323249"/>
                <a:gd name="connsiteY22" fmla="*/ 415827 h 1058472"/>
                <a:gd name="connsiteX23" fmla="*/ 194585 w 4323249"/>
                <a:gd name="connsiteY23" fmla="*/ 303590 h 1058472"/>
                <a:gd name="connsiteX24" fmla="*/ 841173 w 4323249"/>
                <a:gd name="connsiteY24" fmla="*/ 118805 h 1058472"/>
                <a:gd name="connsiteX25" fmla="*/ 1848918 w 4323249"/>
                <a:gd name="connsiteY25" fmla="*/ 695 h 105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323249" h="1058472">
                  <a:moveTo>
                    <a:pt x="1848918" y="695"/>
                  </a:moveTo>
                  <a:cubicBezTo>
                    <a:pt x="2221769" y="9479"/>
                    <a:pt x="2744903" y="125155"/>
                    <a:pt x="3078278" y="171510"/>
                  </a:cubicBezTo>
                  <a:cubicBezTo>
                    <a:pt x="3411653" y="217865"/>
                    <a:pt x="3669992" y="261045"/>
                    <a:pt x="3849168" y="278825"/>
                  </a:cubicBezTo>
                  <a:cubicBezTo>
                    <a:pt x="4028344" y="296605"/>
                    <a:pt x="4076604" y="259457"/>
                    <a:pt x="4153333" y="278190"/>
                  </a:cubicBezTo>
                  <a:cubicBezTo>
                    <a:pt x="4230062" y="296923"/>
                    <a:pt x="4290916" y="351428"/>
                    <a:pt x="4309543" y="391221"/>
                  </a:cubicBezTo>
                  <a:cubicBezTo>
                    <a:pt x="4328170" y="431014"/>
                    <a:pt x="4329440" y="530285"/>
                    <a:pt x="4303193" y="577275"/>
                  </a:cubicBezTo>
                  <a:cubicBezTo>
                    <a:pt x="4276946" y="624265"/>
                    <a:pt x="4240646" y="659507"/>
                    <a:pt x="4152063" y="673160"/>
                  </a:cubicBezTo>
                  <a:cubicBezTo>
                    <a:pt x="4063480" y="686813"/>
                    <a:pt x="3937962" y="628498"/>
                    <a:pt x="3771698" y="659190"/>
                  </a:cubicBezTo>
                  <a:cubicBezTo>
                    <a:pt x="3605434" y="689882"/>
                    <a:pt x="3415992" y="791693"/>
                    <a:pt x="3154478" y="857310"/>
                  </a:cubicBezTo>
                  <a:cubicBezTo>
                    <a:pt x="2892964" y="922927"/>
                    <a:pt x="2582872" y="1031194"/>
                    <a:pt x="2202613" y="1052890"/>
                  </a:cubicBezTo>
                  <a:cubicBezTo>
                    <a:pt x="1822354" y="1074586"/>
                    <a:pt x="1203652" y="1028866"/>
                    <a:pt x="872923" y="987485"/>
                  </a:cubicBezTo>
                  <a:cubicBezTo>
                    <a:pt x="542194" y="946104"/>
                    <a:pt x="363018" y="870645"/>
                    <a:pt x="218238" y="804605"/>
                  </a:cubicBezTo>
                  <a:cubicBezTo>
                    <a:pt x="182043" y="788095"/>
                    <a:pt x="146675" y="768152"/>
                    <a:pt x="113815" y="746270"/>
                  </a:cubicBezTo>
                  <a:lnTo>
                    <a:pt x="45320" y="688876"/>
                  </a:lnTo>
                  <a:cubicBezTo>
                    <a:pt x="28982" y="669297"/>
                    <a:pt x="8477" y="651570"/>
                    <a:pt x="4243" y="638870"/>
                  </a:cubicBezTo>
                  <a:cubicBezTo>
                    <a:pt x="-4224" y="613470"/>
                    <a:pt x="1068" y="603416"/>
                    <a:pt x="10593" y="597595"/>
                  </a:cubicBezTo>
                  <a:cubicBezTo>
                    <a:pt x="20118" y="591774"/>
                    <a:pt x="33347" y="596537"/>
                    <a:pt x="61393" y="603945"/>
                  </a:cubicBezTo>
                  <a:cubicBezTo>
                    <a:pt x="89439" y="611353"/>
                    <a:pt x="140239" y="632520"/>
                    <a:pt x="178868" y="642045"/>
                  </a:cubicBezTo>
                  <a:cubicBezTo>
                    <a:pt x="217497" y="651570"/>
                    <a:pt x="279939" y="662153"/>
                    <a:pt x="293168" y="661095"/>
                  </a:cubicBezTo>
                  <a:cubicBezTo>
                    <a:pt x="306397" y="660037"/>
                    <a:pt x="258243" y="635695"/>
                    <a:pt x="258243" y="635695"/>
                  </a:cubicBezTo>
                  <a:cubicBezTo>
                    <a:pt x="232843" y="617703"/>
                    <a:pt x="174105" y="578016"/>
                    <a:pt x="140768" y="553145"/>
                  </a:cubicBezTo>
                  <a:cubicBezTo>
                    <a:pt x="107431" y="528274"/>
                    <a:pt x="78326" y="509356"/>
                    <a:pt x="58218" y="486470"/>
                  </a:cubicBezTo>
                  <a:cubicBezTo>
                    <a:pt x="38110" y="463584"/>
                    <a:pt x="10063" y="446518"/>
                    <a:pt x="20118" y="415827"/>
                  </a:cubicBezTo>
                  <a:cubicBezTo>
                    <a:pt x="36099" y="388522"/>
                    <a:pt x="124419" y="336424"/>
                    <a:pt x="194585" y="303590"/>
                  </a:cubicBezTo>
                  <a:cubicBezTo>
                    <a:pt x="331427" y="244562"/>
                    <a:pt x="565451" y="169287"/>
                    <a:pt x="841173" y="118805"/>
                  </a:cubicBezTo>
                  <a:cubicBezTo>
                    <a:pt x="1116895" y="68323"/>
                    <a:pt x="1476067" y="-8089"/>
                    <a:pt x="1848918" y="695"/>
                  </a:cubicBezTo>
                  <a:close/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B40F3DFA-D315-43D2-B0BB-50996FE41C6E}"/>
                </a:ext>
              </a:extLst>
            </p:cNvPr>
            <p:cNvSpPr/>
            <p:nvPr/>
          </p:nvSpPr>
          <p:spPr>
            <a:xfrm>
              <a:off x="4565169" y="3990975"/>
              <a:ext cx="452539" cy="696519"/>
            </a:xfrm>
            <a:custGeom>
              <a:avLst/>
              <a:gdLst>
                <a:gd name="connsiteX0" fmla="*/ 0 w 455234"/>
                <a:gd name="connsiteY0" fmla="*/ 698500 h 698500"/>
                <a:gd name="connsiteX1" fmla="*/ 307975 w 455234"/>
                <a:gd name="connsiteY1" fmla="*/ 593725 h 698500"/>
                <a:gd name="connsiteX2" fmla="*/ 447675 w 455234"/>
                <a:gd name="connsiteY2" fmla="*/ 333375 h 698500"/>
                <a:gd name="connsiteX3" fmla="*/ 422275 w 455234"/>
                <a:gd name="connsiteY3" fmla="*/ 130175 h 698500"/>
                <a:gd name="connsiteX4" fmla="*/ 301625 w 455234"/>
                <a:gd name="connsiteY4" fmla="*/ 0 h 69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5234" h="698500">
                  <a:moveTo>
                    <a:pt x="0" y="698500"/>
                  </a:moveTo>
                  <a:cubicBezTo>
                    <a:pt x="116681" y="676539"/>
                    <a:pt x="233363" y="654579"/>
                    <a:pt x="307975" y="593725"/>
                  </a:cubicBezTo>
                  <a:cubicBezTo>
                    <a:pt x="382587" y="532871"/>
                    <a:pt x="428625" y="410633"/>
                    <a:pt x="447675" y="333375"/>
                  </a:cubicBezTo>
                  <a:cubicBezTo>
                    <a:pt x="466725" y="256117"/>
                    <a:pt x="446617" y="185737"/>
                    <a:pt x="422275" y="130175"/>
                  </a:cubicBezTo>
                  <a:cubicBezTo>
                    <a:pt x="397933" y="74613"/>
                    <a:pt x="349779" y="37306"/>
                    <a:pt x="301625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C42E38E6-29E3-43C2-BC44-F18271E9AF09}"/>
                </a:ext>
              </a:extLst>
            </p:cNvPr>
            <p:cNvSpPr/>
            <p:nvPr/>
          </p:nvSpPr>
          <p:spPr>
            <a:xfrm>
              <a:off x="4593431" y="4157663"/>
              <a:ext cx="181954" cy="426243"/>
            </a:xfrm>
            <a:custGeom>
              <a:avLst/>
              <a:gdLst>
                <a:gd name="connsiteX0" fmla="*/ 0 w 181954"/>
                <a:gd name="connsiteY0" fmla="*/ 426243 h 426243"/>
                <a:gd name="connsiteX1" fmla="*/ 140494 w 181954"/>
                <a:gd name="connsiteY1" fmla="*/ 352425 h 426243"/>
                <a:gd name="connsiteX2" fmla="*/ 180975 w 181954"/>
                <a:gd name="connsiteY2" fmla="*/ 154781 h 426243"/>
                <a:gd name="connsiteX3" fmla="*/ 109538 w 181954"/>
                <a:gd name="connsiteY3" fmla="*/ 0 h 42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954" h="426243">
                  <a:moveTo>
                    <a:pt x="0" y="426243"/>
                  </a:moveTo>
                  <a:cubicBezTo>
                    <a:pt x="55166" y="411956"/>
                    <a:pt x="110332" y="397669"/>
                    <a:pt x="140494" y="352425"/>
                  </a:cubicBezTo>
                  <a:cubicBezTo>
                    <a:pt x="170656" y="307181"/>
                    <a:pt x="186134" y="213518"/>
                    <a:pt x="180975" y="154781"/>
                  </a:cubicBezTo>
                  <a:cubicBezTo>
                    <a:pt x="175816" y="96043"/>
                    <a:pt x="142677" y="48021"/>
                    <a:pt x="109538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FD9BBF0A-C67E-4DF6-8D64-FB429F7FEC1E}"/>
                </a:ext>
              </a:extLst>
            </p:cNvPr>
            <p:cNvSpPr/>
            <p:nvPr/>
          </p:nvSpPr>
          <p:spPr>
            <a:xfrm>
              <a:off x="6105525" y="4692617"/>
              <a:ext cx="437571" cy="403270"/>
            </a:xfrm>
            <a:custGeom>
              <a:avLst/>
              <a:gdLst>
                <a:gd name="connsiteX0" fmla="*/ 0 w 437571"/>
                <a:gd name="connsiteY0" fmla="*/ 54008 h 403270"/>
                <a:gd name="connsiteX1" fmla="*/ 361950 w 437571"/>
                <a:gd name="connsiteY1" fmla="*/ 403258 h 403270"/>
                <a:gd name="connsiteX2" fmla="*/ 415925 w 437571"/>
                <a:gd name="connsiteY2" fmla="*/ 66708 h 403270"/>
                <a:gd name="connsiteX3" fmla="*/ 88900 w 437571"/>
                <a:gd name="connsiteY3" fmla="*/ 33 h 403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7571" h="403270">
                  <a:moveTo>
                    <a:pt x="0" y="54008"/>
                  </a:moveTo>
                  <a:cubicBezTo>
                    <a:pt x="146314" y="227574"/>
                    <a:pt x="292629" y="401141"/>
                    <a:pt x="361950" y="403258"/>
                  </a:cubicBezTo>
                  <a:cubicBezTo>
                    <a:pt x="431271" y="405375"/>
                    <a:pt x="461433" y="133912"/>
                    <a:pt x="415925" y="66708"/>
                  </a:cubicBezTo>
                  <a:cubicBezTo>
                    <a:pt x="370417" y="-496"/>
                    <a:pt x="229658" y="-232"/>
                    <a:pt x="88900" y="33"/>
                  </a:cubicBezTo>
                </a:path>
              </a:pathLst>
            </a:cu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81000">
                  <a:srgbClr val="FFCC67"/>
                </a:gs>
              </a:gsLst>
              <a:lin ang="10200000" scaled="0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DC98F76E-F5D4-4697-A517-305019319058}"/>
                </a:ext>
              </a:extLst>
            </p:cNvPr>
            <p:cNvSpPr/>
            <p:nvPr/>
          </p:nvSpPr>
          <p:spPr>
            <a:xfrm>
              <a:off x="5010150" y="4157663"/>
              <a:ext cx="3171825" cy="71460"/>
            </a:xfrm>
            <a:custGeom>
              <a:avLst/>
              <a:gdLst>
                <a:gd name="connsiteX0" fmla="*/ 0 w 3171825"/>
                <a:gd name="connsiteY0" fmla="*/ 0 h 71460"/>
                <a:gd name="connsiteX1" fmla="*/ 919163 w 3171825"/>
                <a:gd name="connsiteY1" fmla="*/ 28575 h 71460"/>
                <a:gd name="connsiteX2" fmla="*/ 2226469 w 3171825"/>
                <a:gd name="connsiteY2" fmla="*/ 71437 h 71460"/>
                <a:gd name="connsiteX3" fmla="*/ 3171825 w 3171825"/>
                <a:gd name="connsiteY3" fmla="*/ 33337 h 7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71825" h="71460">
                  <a:moveTo>
                    <a:pt x="0" y="0"/>
                  </a:moveTo>
                  <a:lnTo>
                    <a:pt x="919163" y="28575"/>
                  </a:lnTo>
                  <a:cubicBezTo>
                    <a:pt x="1290241" y="40481"/>
                    <a:pt x="1851025" y="70643"/>
                    <a:pt x="2226469" y="71437"/>
                  </a:cubicBezTo>
                  <a:cubicBezTo>
                    <a:pt x="2601913" y="72231"/>
                    <a:pt x="2886869" y="52784"/>
                    <a:pt x="3171825" y="33337"/>
                  </a:cubicBezTo>
                </a:path>
              </a:pathLst>
            </a:custGeom>
            <a:noFill/>
            <a:ln w="3175">
              <a:solidFill>
                <a:srgbClr val="E7C9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9" name="Oval 508">
              <a:extLst>
                <a:ext uri="{FF2B5EF4-FFF2-40B4-BE49-F238E27FC236}">
                  <a16:creationId xmlns:a16="http://schemas.microsoft.com/office/drawing/2014/main" id="{88655801-B7B1-4E0B-A231-092E5891145F}"/>
                </a:ext>
              </a:extLst>
            </p:cNvPr>
            <p:cNvSpPr/>
            <p:nvPr/>
          </p:nvSpPr>
          <p:spPr>
            <a:xfrm>
              <a:off x="5329352" y="3870429"/>
              <a:ext cx="121040" cy="161837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0" name="Oval 509">
              <a:extLst>
                <a:ext uri="{FF2B5EF4-FFF2-40B4-BE49-F238E27FC236}">
                  <a16:creationId xmlns:a16="http://schemas.microsoft.com/office/drawing/2014/main" id="{B8D40B30-3692-4306-AD72-BD1EADBD6C70}"/>
                </a:ext>
              </a:extLst>
            </p:cNvPr>
            <p:cNvSpPr/>
            <p:nvPr/>
          </p:nvSpPr>
          <p:spPr>
            <a:xfrm>
              <a:off x="5083293" y="3905611"/>
              <a:ext cx="90117" cy="105395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1" name="Oval 510">
              <a:extLst>
                <a:ext uri="{FF2B5EF4-FFF2-40B4-BE49-F238E27FC236}">
                  <a16:creationId xmlns:a16="http://schemas.microsoft.com/office/drawing/2014/main" id="{7FDAF79B-1953-4809-93EC-7109D0679929}"/>
                </a:ext>
              </a:extLst>
            </p:cNvPr>
            <p:cNvSpPr/>
            <p:nvPr/>
          </p:nvSpPr>
          <p:spPr>
            <a:xfrm>
              <a:off x="5625947" y="3838585"/>
              <a:ext cx="133258" cy="167784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D3869B11-2E22-4CBB-9178-7E401DA0980E}"/>
                </a:ext>
              </a:extLst>
            </p:cNvPr>
            <p:cNvSpPr/>
            <p:nvPr/>
          </p:nvSpPr>
          <p:spPr>
            <a:xfrm>
              <a:off x="6029007" y="3870238"/>
              <a:ext cx="133258" cy="176323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C66C0844-836C-4A91-802B-7E4E93BAC5BF}"/>
                </a:ext>
              </a:extLst>
            </p:cNvPr>
            <p:cNvSpPr/>
            <p:nvPr/>
          </p:nvSpPr>
          <p:spPr>
            <a:xfrm>
              <a:off x="6378138" y="3913210"/>
              <a:ext cx="99224" cy="133351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4" name="Oval 513">
              <a:extLst>
                <a:ext uri="{FF2B5EF4-FFF2-40B4-BE49-F238E27FC236}">
                  <a16:creationId xmlns:a16="http://schemas.microsoft.com/office/drawing/2014/main" id="{821441C9-4480-498B-AFAC-A7B85C6B242E}"/>
                </a:ext>
              </a:extLst>
            </p:cNvPr>
            <p:cNvSpPr/>
            <p:nvPr/>
          </p:nvSpPr>
          <p:spPr>
            <a:xfrm>
              <a:off x="6707413" y="3971676"/>
              <a:ext cx="99224" cy="113492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5" name="Oval 514">
              <a:extLst>
                <a:ext uri="{FF2B5EF4-FFF2-40B4-BE49-F238E27FC236}">
                  <a16:creationId xmlns:a16="http://schemas.microsoft.com/office/drawing/2014/main" id="{0B1F0CEE-525D-4462-86D9-99FA26DE2720}"/>
                </a:ext>
              </a:extLst>
            </p:cNvPr>
            <p:cNvSpPr/>
            <p:nvPr/>
          </p:nvSpPr>
          <p:spPr>
            <a:xfrm>
              <a:off x="7061378" y="4002769"/>
              <a:ext cx="90528" cy="111102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6" name="Oval 515">
              <a:extLst>
                <a:ext uri="{FF2B5EF4-FFF2-40B4-BE49-F238E27FC236}">
                  <a16:creationId xmlns:a16="http://schemas.microsoft.com/office/drawing/2014/main" id="{E92213B0-5FAD-4FE6-9F35-C143BC089795}"/>
                </a:ext>
              </a:extLst>
            </p:cNvPr>
            <p:cNvSpPr/>
            <p:nvPr/>
          </p:nvSpPr>
          <p:spPr>
            <a:xfrm>
              <a:off x="7376572" y="4020502"/>
              <a:ext cx="69067" cy="83766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7" name="Oval 516">
              <a:extLst>
                <a:ext uri="{FF2B5EF4-FFF2-40B4-BE49-F238E27FC236}">
                  <a16:creationId xmlns:a16="http://schemas.microsoft.com/office/drawing/2014/main" id="{0817EEA2-50AB-4D69-AFF7-9989C744D8CE}"/>
                </a:ext>
              </a:extLst>
            </p:cNvPr>
            <p:cNvSpPr/>
            <p:nvPr/>
          </p:nvSpPr>
          <p:spPr>
            <a:xfrm>
              <a:off x="7656627" y="4046401"/>
              <a:ext cx="111378" cy="111262"/>
            </a:xfrm>
            <a:prstGeom prst="ellipse">
              <a:avLst/>
            </a:prstGeom>
            <a:solidFill>
              <a:srgbClr val="80778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E5DB6DBD-F396-4233-B1E0-9144CC118E51}"/>
                </a:ext>
              </a:extLst>
            </p:cNvPr>
            <p:cNvSpPr/>
            <p:nvPr/>
          </p:nvSpPr>
          <p:spPr>
            <a:xfrm>
              <a:off x="5140950" y="3962437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47AA32DF-73AC-4F27-812B-84BE9CC50D60}"/>
                </a:ext>
              </a:extLst>
            </p:cNvPr>
            <p:cNvSpPr/>
            <p:nvPr/>
          </p:nvSpPr>
          <p:spPr>
            <a:xfrm>
              <a:off x="4535990" y="3936150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0" name="Oval 519">
              <a:extLst>
                <a:ext uri="{FF2B5EF4-FFF2-40B4-BE49-F238E27FC236}">
                  <a16:creationId xmlns:a16="http://schemas.microsoft.com/office/drawing/2014/main" id="{832F91CD-97EA-4602-A206-0294EA31A330}"/>
                </a:ext>
              </a:extLst>
            </p:cNvPr>
            <p:cNvSpPr/>
            <p:nvPr/>
          </p:nvSpPr>
          <p:spPr>
            <a:xfrm>
              <a:off x="5773525" y="3804766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1" name="Oval 520">
              <a:extLst>
                <a:ext uri="{FF2B5EF4-FFF2-40B4-BE49-F238E27FC236}">
                  <a16:creationId xmlns:a16="http://schemas.microsoft.com/office/drawing/2014/main" id="{C2171A4F-0F17-4EA5-B4AF-0F57D222118A}"/>
                </a:ext>
              </a:extLst>
            </p:cNvPr>
            <p:cNvSpPr/>
            <p:nvPr/>
          </p:nvSpPr>
          <p:spPr>
            <a:xfrm>
              <a:off x="6167647" y="3997351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2" name="Oval 521">
              <a:extLst>
                <a:ext uri="{FF2B5EF4-FFF2-40B4-BE49-F238E27FC236}">
                  <a16:creationId xmlns:a16="http://schemas.microsoft.com/office/drawing/2014/main" id="{80636768-ECAD-4294-A24E-35F207927AB9}"/>
                </a:ext>
              </a:extLst>
            </p:cNvPr>
            <p:cNvSpPr/>
            <p:nvPr/>
          </p:nvSpPr>
          <p:spPr>
            <a:xfrm>
              <a:off x="5846979" y="3964301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B12DAECC-1C1B-4189-8590-77171041DA4C}"/>
                </a:ext>
              </a:extLst>
            </p:cNvPr>
            <p:cNvSpPr/>
            <p:nvPr/>
          </p:nvSpPr>
          <p:spPr>
            <a:xfrm>
              <a:off x="5417926" y="3779668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E82AD5DE-E45E-46FD-B436-9727F52A4E9C}"/>
                </a:ext>
              </a:extLst>
            </p:cNvPr>
            <p:cNvSpPr/>
            <p:nvPr/>
          </p:nvSpPr>
          <p:spPr>
            <a:xfrm>
              <a:off x="6891547" y="3993391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C8CA9767-0BBB-4990-9E2B-5D0782209A91}"/>
                </a:ext>
              </a:extLst>
            </p:cNvPr>
            <p:cNvSpPr/>
            <p:nvPr/>
          </p:nvSpPr>
          <p:spPr>
            <a:xfrm>
              <a:off x="4462704" y="4050253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8EDED19E-6E06-4896-B08D-8CC9EB3B8227}"/>
                </a:ext>
              </a:extLst>
            </p:cNvPr>
            <p:cNvSpPr/>
            <p:nvPr/>
          </p:nvSpPr>
          <p:spPr>
            <a:xfrm>
              <a:off x="4867625" y="3895438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E3A5B10F-BDFF-4E5A-B1AE-9A96E032AA0F}"/>
                </a:ext>
              </a:extLst>
            </p:cNvPr>
            <p:cNvSpPr/>
            <p:nvPr/>
          </p:nvSpPr>
          <p:spPr>
            <a:xfrm>
              <a:off x="6479572" y="3847690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8" name="Oval 527">
              <a:extLst>
                <a:ext uri="{FF2B5EF4-FFF2-40B4-BE49-F238E27FC236}">
                  <a16:creationId xmlns:a16="http://schemas.microsoft.com/office/drawing/2014/main" id="{8F4FECB4-C52B-4053-8496-7981994A26FF}"/>
                </a:ext>
              </a:extLst>
            </p:cNvPr>
            <p:cNvSpPr/>
            <p:nvPr/>
          </p:nvSpPr>
          <p:spPr>
            <a:xfrm>
              <a:off x="7932949" y="4021999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9" name="Oval 528">
              <a:extLst>
                <a:ext uri="{FF2B5EF4-FFF2-40B4-BE49-F238E27FC236}">
                  <a16:creationId xmlns:a16="http://schemas.microsoft.com/office/drawing/2014/main" id="{821B9C89-2101-4CD4-A739-9EEE7012292F}"/>
                </a:ext>
              </a:extLst>
            </p:cNvPr>
            <p:cNvSpPr/>
            <p:nvPr/>
          </p:nvSpPr>
          <p:spPr>
            <a:xfrm>
              <a:off x="7053320" y="4143104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0" name="Oval 529">
              <a:extLst>
                <a:ext uri="{FF2B5EF4-FFF2-40B4-BE49-F238E27FC236}">
                  <a16:creationId xmlns:a16="http://schemas.microsoft.com/office/drawing/2014/main" id="{3239FCCF-E6A1-45A8-ABBA-D97ADBE5F7C6}"/>
                </a:ext>
              </a:extLst>
            </p:cNvPr>
            <p:cNvSpPr/>
            <p:nvPr/>
          </p:nvSpPr>
          <p:spPr>
            <a:xfrm>
              <a:off x="8050033" y="4087834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1" name="Oval 530">
              <a:extLst>
                <a:ext uri="{FF2B5EF4-FFF2-40B4-BE49-F238E27FC236}">
                  <a16:creationId xmlns:a16="http://schemas.microsoft.com/office/drawing/2014/main" id="{8104E18F-4FB4-4ACF-A92B-5E0D45F66F47}"/>
                </a:ext>
              </a:extLst>
            </p:cNvPr>
            <p:cNvSpPr/>
            <p:nvPr/>
          </p:nvSpPr>
          <p:spPr>
            <a:xfrm>
              <a:off x="6625808" y="4098231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2" name="Oval 531">
              <a:extLst>
                <a:ext uri="{FF2B5EF4-FFF2-40B4-BE49-F238E27FC236}">
                  <a16:creationId xmlns:a16="http://schemas.microsoft.com/office/drawing/2014/main" id="{C2F5007F-5E1C-49D9-969F-2291DEB13493}"/>
                </a:ext>
              </a:extLst>
            </p:cNvPr>
            <p:cNvSpPr/>
            <p:nvPr/>
          </p:nvSpPr>
          <p:spPr>
            <a:xfrm>
              <a:off x="5201466" y="3779080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3" name="Oval 532">
              <a:extLst>
                <a:ext uri="{FF2B5EF4-FFF2-40B4-BE49-F238E27FC236}">
                  <a16:creationId xmlns:a16="http://schemas.microsoft.com/office/drawing/2014/main" id="{803B8458-0135-40D2-83C6-D047827B0ADE}"/>
                </a:ext>
              </a:extLst>
            </p:cNvPr>
            <p:cNvSpPr/>
            <p:nvPr/>
          </p:nvSpPr>
          <p:spPr>
            <a:xfrm>
              <a:off x="5583873" y="3766545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4" name="Oval 533">
              <a:extLst>
                <a:ext uri="{FF2B5EF4-FFF2-40B4-BE49-F238E27FC236}">
                  <a16:creationId xmlns:a16="http://schemas.microsoft.com/office/drawing/2014/main" id="{C2104B3F-4CEA-4135-98E6-02C680B7E5D7}"/>
                </a:ext>
              </a:extLst>
            </p:cNvPr>
            <p:cNvSpPr/>
            <p:nvPr/>
          </p:nvSpPr>
          <p:spPr>
            <a:xfrm>
              <a:off x="6157306" y="3803670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5" name="Oval 534">
              <a:extLst>
                <a:ext uri="{FF2B5EF4-FFF2-40B4-BE49-F238E27FC236}">
                  <a16:creationId xmlns:a16="http://schemas.microsoft.com/office/drawing/2014/main" id="{122049E0-0C37-44B6-8892-A55351006CAE}"/>
                </a:ext>
              </a:extLst>
            </p:cNvPr>
            <p:cNvSpPr/>
            <p:nvPr/>
          </p:nvSpPr>
          <p:spPr>
            <a:xfrm>
              <a:off x="6794669" y="3901847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6" name="Oval 535">
              <a:extLst>
                <a:ext uri="{FF2B5EF4-FFF2-40B4-BE49-F238E27FC236}">
                  <a16:creationId xmlns:a16="http://schemas.microsoft.com/office/drawing/2014/main" id="{D89050A4-ACD0-46CF-B397-BE9D011CD542}"/>
                </a:ext>
              </a:extLst>
            </p:cNvPr>
            <p:cNvSpPr/>
            <p:nvPr/>
          </p:nvSpPr>
          <p:spPr>
            <a:xfrm>
              <a:off x="7504326" y="4039379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A5756D36-5ECD-40A7-BD76-8CBC5258C707}"/>
                </a:ext>
              </a:extLst>
            </p:cNvPr>
            <p:cNvSpPr/>
            <p:nvPr/>
          </p:nvSpPr>
          <p:spPr>
            <a:xfrm>
              <a:off x="7238311" y="4021158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8" name="Oval 537">
              <a:extLst>
                <a:ext uri="{FF2B5EF4-FFF2-40B4-BE49-F238E27FC236}">
                  <a16:creationId xmlns:a16="http://schemas.microsoft.com/office/drawing/2014/main" id="{FDEF00BD-44C4-4F13-9382-0C79DC1791CB}"/>
                </a:ext>
              </a:extLst>
            </p:cNvPr>
            <p:cNvSpPr/>
            <p:nvPr/>
          </p:nvSpPr>
          <p:spPr>
            <a:xfrm>
              <a:off x="7332042" y="4148093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9" name="Oval 538">
              <a:extLst>
                <a:ext uri="{FF2B5EF4-FFF2-40B4-BE49-F238E27FC236}">
                  <a16:creationId xmlns:a16="http://schemas.microsoft.com/office/drawing/2014/main" id="{E2B76346-831C-464E-A822-6C554499C11E}"/>
                </a:ext>
              </a:extLst>
            </p:cNvPr>
            <p:cNvSpPr/>
            <p:nvPr/>
          </p:nvSpPr>
          <p:spPr>
            <a:xfrm>
              <a:off x="7151949" y="3941157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05AD5BDB-3338-43D0-84C4-2ABC2D14A13C}"/>
                </a:ext>
              </a:extLst>
            </p:cNvPr>
            <p:cNvSpPr/>
            <p:nvPr/>
          </p:nvSpPr>
          <p:spPr>
            <a:xfrm>
              <a:off x="4278634" y="3984416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1" name="Oval 540">
              <a:extLst>
                <a:ext uri="{FF2B5EF4-FFF2-40B4-BE49-F238E27FC236}">
                  <a16:creationId xmlns:a16="http://schemas.microsoft.com/office/drawing/2014/main" id="{DF4E9EDA-C42E-4EB4-A82C-F84A32DFBE4C}"/>
                </a:ext>
              </a:extLst>
            </p:cNvPr>
            <p:cNvSpPr/>
            <p:nvPr/>
          </p:nvSpPr>
          <p:spPr>
            <a:xfrm>
              <a:off x="4681929" y="3881518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2" name="Oval 541">
              <a:extLst>
                <a:ext uri="{FF2B5EF4-FFF2-40B4-BE49-F238E27FC236}">
                  <a16:creationId xmlns:a16="http://schemas.microsoft.com/office/drawing/2014/main" id="{F906A76A-F188-4C74-B1DC-E3777731A87B}"/>
                </a:ext>
              </a:extLst>
            </p:cNvPr>
            <p:cNvSpPr/>
            <p:nvPr/>
          </p:nvSpPr>
          <p:spPr>
            <a:xfrm>
              <a:off x="4801423" y="4054245"/>
              <a:ext cx="69829" cy="69829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3" name="Oval 542">
              <a:extLst>
                <a:ext uri="{FF2B5EF4-FFF2-40B4-BE49-F238E27FC236}">
                  <a16:creationId xmlns:a16="http://schemas.microsoft.com/office/drawing/2014/main" id="{B35D5001-633D-4CE4-89D1-3CFE4EFB6435}"/>
                </a:ext>
              </a:extLst>
            </p:cNvPr>
            <p:cNvSpPr/>
            <p:nvPr/>
          </p:nvSpPr>
          <p:spPr>
            <a:xfrm>
              <a:off x="5282299" y="3936852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4" name="Oval 543">
              <a:extLst>
                <a:ext uri="{FF2B5EF4-FFF2-40B4-BE49-F238E27FC236}">
                  <a16:creationId xmlns:a16="http://schemas.microsoft.com/office/drawing/2014/main" id="{063C9AED-6669-4E9C-8C3A-062C35FE6C57}"/>
                </a:ext>
              </a:extLst>
            </p:cNvPr>
            <p:cNvSpPr/>
            <p:nvPr/>
          </p:nvSpPr>
          <p:spPr>
            <a:xfrm>
              <a:off x="4609539" y="4064974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5" name="Oval 544">
              <a:extLst>
                <a:ext uri="{FF2B5EF4-FFF2-40B4-BE49-F238E27FC236}">
                  <a16:creationId xmlns:a16="http://schemas.microsoft.com/office/drawing/2014/main" id="{00230A4C-38AC-4D78-ADB6-C25CBEBB524F}"/>
                </a:ext>
              </a:extLst>
            </p:cNvPr>
            <p:cNvSpPr/>
            <p:nvPr/>
          </p:nvSpPr>
          <p:spPr>
            <a:xfrm>
              <a:off x="4634507" y="399981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6" name="Oval 545">
              <a:extLst>
                <a:ext uri="{FF2B5EF4-FFF2-40B4-BE49-F238E27FC236}">
                  <a16:creationId xmlns:a16="http://schemas.microsoft.com/office/drawing/2014/main" id="{0ABF6237-0698-404B-8EBE-FC1EC2939B89}"/>
                </a:ext>
              </a:extLst>
            </p:cNvPr>
            <p:cNvSpPr/>
            <p:nvPr/>
          </p:nvSpPr>
          <p:spPr>
            <a:xfrm>
              <a:off x="4967365" y="384029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7" name="Oval 546">
              <a:extLst>
                <a:ext uri="{FF2B5EF4-FFF2-40B4-BE49-F238E27FC236}">
                  <a16:creationId xmlns:a16="http://schemas.microsoft.com/office/drawing/2014/main" id="{8EB267CE-80BB-4309-98B0-DC6B85B7D9A1}"/>
                </a:ext>
              </a:extLst>
            </p:cNvPr>
            <p:cNvSpPr/>
            <p:nvPr/>
          </p:nvSpPr>
          <p:spPr>
            <a:xfrm>
              <a:off x="4946015" y="402191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3817A74C-7AAC-4566-8405-851D6BD2AD4F}"/>
                </a:ext>
              </a:extLst>
            </p:cNvPr>
            <p:cNvSpPr/>
            <p:nvPr/>
          </p:nvSpPr>
          <p:spPr>
            <a:xfrm>
              <a:off x="5255019" y="386968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9" name="Oval 548">
              <a:extLst>
                <a:ext uri="{FF2B5EF4-FFF2-40B4-BE49-F238E27FC236}">
                  <a16:creationId xmlns:a16="http://schemas.microsoft.com/office/drawing/2014/main" id="{F518A243-3182-40EF-A576-6846145F5BAF}"/>
                </a:ext>
              </a:extLst>
            </p:cNvPr>
            <p:cNvSpPr/>
            <p:nvPr/>
          </p:nvSpPr>
          <p:spPr>
            <a:xfrm>
              <a:off x="5099317" y="382396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0" name="Oval 549">
              <a:extLst>
                <a:ext uri="{FF2B5EF4-FFF2-40B4-BE49-F238E27FC236}">
                  <a16:creationId xmlns:a16="http://schemas.microsoft.com/office/drawing/2014/main" id="{FE15CC60-E0D6-46C5-AEC2-E646DAE405E8}"/>
                </a:ext>
              </a:extLst>
            </p:cNvPr>
            <p:cNvSpPr/>
            <p:nvPr/>
          </p:nvSpPr>
          <p:spPr>
            <a:xfrm>
              <a:off x="4085962" y="4062152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1" name="Oval 550">
              <a:extLst>
                <a:ext uri="{FF2B5EF4-FFF2-40B4-BE49-F238E27FC236}">
                  <a16:creationId xmlns:a16="http://schemas.microsoft.com/office/drawing/2014/main" id="{4F0D4A5B-9B35-490B-BAC9-370B6EE9A6B2}"/>
                </a:ext>
              </a:extLst>
            </p:cNvPr>
            <p:cNvSpPr/>
            <p:nvPr/>
          </p:nvSpPr>
          <p:spPr>
            <a:xfrm>
              <a:off x="4634507" y="399981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2" name="Oval 551">
              <a:extLst>
                <a:ext uri="{FF2B5EF4-FFF2-40B4-BE49-F238E27FC236}">
                  <a16:creationId xmlns:a16="http://schemas.microsoft.com/office/drawing/2014/main" id="{37383A3C-3127-4205-AC8E-B957613D046D}"/>
                </a:ext>
              </a:extLst>
            </p:cNvPr>
            <p:cNvSpPr/>
            <p:nvPr/>
          </p:nvSpPr>
          <p:spPr>
            <a:xfrm>
              <a:off x="4782148" y="393911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3" name="Oval 552">
              <a:extLst>
                <a:ext uri="{FF2B5EF4-FFF2-40B4-BE49-F238E27FC236}">
                  <a16:creationId xmlns:a16="http://schemas.microsoft.com/office/drawing/2014/main" id="{E8D23A43-80B8-4954-A5C0-98D98C4D9897}"/>
                </a:ext>
              </a:extLst>
            </p:cNvPr>
            <p:cNvSpPr/>
            <p:nvPr/>
          </p:nvSpPr>
          <p:spPr>
            <a:xfrm>
              <a:off x="5691897" y="383579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4" name="Oval 553">
              <a:extLst>
                <a:ext uri="{FF2B5EF4-FFF2-40B4-BE49-F238E27FC236}">
                  <a16:creationId xmlns:a16="http://schemas.microsoft.com/office/drawing/2014/main" id="{D0BF9EA4-990F-4A46-944E-B3F0026031F5}"/>
                </a:ext>
              </a:extLst>
            </p:cNvPr>
            <p:cNvSpPr/>
            <p:nvPr/>
          </p:nvSpPr>
          <p:spPr>
            <a:xfrm>
              <a:off x="4375245" y="393036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5" name="Oval 554">
              <a:extLst>
                <a:ext uri="{FF2B5EF4-FFF2-40B4-BE49-F238E27FC236}">
                  <a16:creationId xmlns:a16="http://schemas.microsoft.com/office/drawing/2014/main" id="{B4BDF2B6-377F-43E0-B16C-0523DB0D8B0B}"/>
                </a:ext>
              </a:extLst>
            </p:cNvPr>
            <p:cNvSpPr/>
            <p:nvPr/>
          </p:nvSpPr>
          <p:spPr>
            <a:xfrm>
              <a:off x="4865189" y="384516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E4A17F62-0ABB-42F5-BA4A-47E7177FFF3C}"/>
                </a:ext>
              </a:extLst>
            </p:cNvPr>
            <p:cNvSpPr/>
            <p:nvPr/>
          </p:nvSpPr>
          <p:spPr>
            <a:xfrm>
              <a:off x="5788102" y="398036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7" name="Oval 556">
              <a:extLst>
                <a:ext uri="{FF2B5EF4-FFF2-40B4-BE49-F238E27FC236}">
                  <a16:creationId xmlns:a16="http://schemas.microsoft.com/office/drawing/2014/main" id="{11126580-97CF-471E-9591-503DA9448555}"/>
                </a:ext>
              </a:extLst>
            </p:cNvPr>
            <p:cNvSpPr/>
            <p:nvPr/>
          </p:nvSpPr>
          <p:spPr>
            <a:xfrm>
              <a:off x="5530278" y="386352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8" name="Oval 557">
              <a:extLst>
                <a:ext uri="{FF2B5EF4-FFF2-40B4-BE49-F238E27FC236}">
                  <a16:creationId xmlns:a16="http://schemas.microsoft.com/office/drawing/2014/main" id="{7C2725B2-45A4-4DDB-8B48-E5225486570F}"/>
                </a:ext>
              </a:extLst>
            </p:cNvPr>
            <p:cNvSpPr/>
            <p:nvPr/>
          </p:nvSpPr>
          <p:spPr>
            <a:xfrm>
              <a:off x="5496864" y="374970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9" name="Oval 558">
              <a:extLst>
                <a:ext uri="{FF2B5EF4-FFF2-40B4-BE49-F238E27FC236}">
                  <a16:creationId xmlns:a16="http://schemas.microsoft.com/office/drawing/2014/main" id="{7B767685-A1DE-48DF-8F5D-847F34A28E36}"/>
                </a:ext>
              </a:extLst>
            </p:cNvPr>
            <p:cNvSpPr/>
            <p:nvPr/>
          </p:nvSpPr>
          <p:spPr>
            <a:xfrm>
              <a:off x="5496571" y="3947329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0" name="Oval 559">
              <a:extLst>
                <a:ext uri="{FF2B5EF4-FFF2-40B4-BE49-F238E27FC236}">
                  <a16:creationId xmlns:a16="http://schemas.microsoft.com/office/drawing/2014/main" id="{06B0432F-6368-4C7F-8D45-B9F1FE43996D}"/>
                </a:ext>
              </a:extLst>
            </p:cNvPr>
            <p:cNvSpPr/>
            <p:nvPr/>
          </p:nvSpPr>
          <p:spPr>
            <a:xfrm>
              <a:off x="5673832" y="4106142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1" name="Oval 560">
              <a:extLst>
                <a:ext uri="{FF2B5EF4-FFF2-40B4-BE49-F238E27FC236}">
                  <a16:creationId xmlns:a16="http://schemas.microsoft.com/office/drawing/2014/main" id="{6C02A1A2-D21F-4932-8180-A971DC999F97}"/>
                </a:ext>
              </a:extLst>
            </p:cNvPr>
            <p:cNvSpPr/>
            <p:nvPr/>
          </p:nvSpPr>
          <p:spPr>
            <a:xfrm>
              <a:off x="5348719" y="408881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2" name="Oval 561">
              <a:extLst>
                <a:ext uri="{FF2B5EF4-FFF2-40B4-BE49-F238E27FC236}">
                  <a16:creationId xmlns:a16="http://schemas.microsoft.com/office/drawing/2014/main" id="{986529EC-CB4E-472E-89CB-21036C83FDB0}"/>
                </a:ext>
              </a:extLst>
            </p:cNvPr>
            <p:cNvSpPr/>
            <p:nvPr/>
          </p:nvSpPr>
          <p:spPr>
            <a:xfrm>
              <a:off x="6011998" y="387194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3" name="Oval 562">
              <a:extLst>
                <a:ext uri="{FF2B5EF4-FFF2-40B4-BE49-F238E27FC236}">
                  <a16:creationId xmlns:a16="http://schemas.microsoft.com/office/drawing/2014/main" id="{04A149B4-4EA6-45D3-98F9-81F101D1D341}"/>
                </a:ext>
              </a:extLst>
            </p:cNvPr>
            <p:cNvSpPr/>
            <p:nvPr/>
          </p:nvSpPr>
          <p:spPr>
            <a:xfrm>
              <a:off x="6061528" y="4114470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4" name="Oval 563">
              <a:extLst>
                <a:ext uri="{FF2B5EF4-FFF2-40B4-BE49-F238E27FC236}">
                  <a16:creationId xmlns:a16="http://schemas.microsoft.com/office/drawing/2014/main" id="{C64BB67C-0CE9-4743-BD0E-6BBDAA86F9E1}"/>
                </a:ext>
              </a:extLst>
            </p:cNvPr>
            <p:cNvSpPr/>
            <p:nvPr/>
          </p:nvSpPr>
          <p:spPr>
            <a:xfrm>
              <a:off x="5896818" y="379817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5" name="Oval 564">
              <a:extLst>
                <a:ext uri="{FF2B5EF4-FFF2-40B4-BE49-F238E27FC236}">
                  <a16:creationId xmlns:a16="http://schemas.microsoft.com/office/drawing/2014/main" id="{38E8BB44-472D-4AE4-B3C2-3EC75AC5C8E1}"/>
                </a:ext>
              </a:extLst>
            </p:cNvPr>
            <p:cNvSpPr/>
            <p:nvPr/>
          </p:nvSpPr>
          <p:spPr>
            <a:xfrm>
              <a:off x="6447589" y="410508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6" name="Oval 565">
              <a:extLst>
                <a:ext uri="{FF2B5EF4-FFF2-40B4-BE49-F238E27FC236}">
                  <a16:creationId xmlns:a16="http://schemas.microsoft.com/office/drawing/2014/main" id="{1283947B-1BE5-4722-B32E-27ABC9EB8CD6}"/>
                </a:ext>
              </a:extLst>
            </p:cNvPr>
            <p:cNvSpPr/>
            <p:nvPr/>
          </p:nvSpPr>
          <p:spPr>
            <a:xfrm>
              <a:off x="6364580" y="3848909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7" name="Oval 566">
              <a:extLst>
                <a:ext uri="{FF2B5EF4-FFF2-40B4-BE49-F238E27FC236}">
                  <a16:creationId xmlns:a16="http://schemas.microsoft.com/office/drawing/2014/main" id="{9DFE758A-BB53-420B-935E-9A33FBE6D215}"/>
                </a:ext>
              </a:extLst>
            </p:cNvPr>
            <p:cNvSpPr/>
            <p:nvPr/>
          </p:nvSpPr>
          <p:spPr>
            <a:xfrm>
              <a:off x="5917920" y="389434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8" name="Oval 567">
              <a:extLst>
                <a:ext uri="{FF2B5EF4-FFF2-40B4-BE49-F238E27FC236}">
                  <a16:creationId xmlns:a16="http://schemas.microsoft.com/office/drawing/2014/main" id="{51B0DBC2-9964-44A9-9C6A-B348F55E6117}"/>
                </a:ext>
              </a:extLst>
            </p:cNvPr>
            <p:cNvSpPr/>
            <p:nvPr/>
          </p:nvSpPr>
          <p:spPr>
            <a:xfrm>
              <a:off x="5508679" y="4115273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9" name="Oval 568">
              <a:extLst>
                <a:ext uri="{FF2B5EF4-FFF2-40B4-BE49-F238E27FC236}">
                  <a16:creationId xmlns:a16="http://schemas.microsoft.com/office/drawing/2014/main" id="{898E3490-F03C-4D72-AAA8-215039E77BF8}"/>
                </a:ext>
              </a:extLst>
            </p:cNvPr>
            <p:cNvSpPr/>
            <p:nvPr/>
          </p:nvSpPr>
          <p:spPr>
            <a:xfrm>
              <a:off x="5926699" y="410088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70" name="Oval 569">
              <a:extLst>
                <a:ext uri="{FF2B5EF4-FFF2-40B4-BE49-F238E27FC236}">
                  <a16:creationId xmlns:a16="http://schemas.microsoft.com/office/drawing/2014/main" id="{2ECAC075-4DA7-4EAD-B307-0C3DAFF7C285}"/>
                </a:ext>
              </a:extLst>
            </p:cNvPr>
            <p:cNvSpPr/>
            <p:nvPr/>
          </p:nvSpPr>
          <p:spPr>
            <a:xfrm>
              <a:off x="6288415" y="412942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1352B657-76B6-42CD-9025-987936F7D103}"/>
                </a:ext>
              </a:extLst>
            </p:cNvPr>
            <p:cNvSpPr/>
            <p:nvPr/>
          </p:nvSpPr>
          <p:spPr>
            <a:xfrm>
              <a:off x="6594881" y="397607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931C4AED-5D79-47B8-92C0-A49A9D356445}"/>
                </a:ext>
              </a:extLst>
            </p:cNvPr>
            <p:cNvSpPr/>
            <p:nvPr/>
          </p:nvSpPr>
          <p:spPr>
            <a:xfrm>
              <a:off x="6549114" y="416429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73" name="Oval 572">
              <a:extLst>
                <a:ext uri="{FF2B5EF4-FFF2-40B4-BE49-F238E27FC236}">
                  <a16:creationId xmlns:a16="http://schemas.microsoft.com/office/drawing/2014/main" id="{5F0F8CAE-896B-423B-93EC-B72EBF7790A3}"/>
                </a:ext>
              </a:extLst>
            </p:cNvPr>
            <p:cNvSpPr/>
            <p:nvPr/>
          </p:nvSpPr>
          <p:spPr>
            <a:xfrm>
              <a:off x="6277715" y="389616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74" name="Oval 573">
              <a:extLst>
                <a:ext uri="{FF2B5EF4-FFF2-40B4-BE49-F238E27FC236}">
                  <a16:creationId xmlns:a16="http://schemas.microsoft.com/office/drawing/2014/main" id="{3A540C94-628A-4D59-961F-066C9519DDED}"/>
                </a:ext>
              </a:extLst>
            </p:cNvPr>
            <p:cNvSpPr/>
            <p:nvPr/>
          </p:nvSpPr>
          <p:spPr>
            <a:xfrm>
              <a:off x="6965605" y="394881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75" name="Oval 574">
              <a:extLst>
                <a:ext uri="{FF2B5EF4-FFF2-40B4-BE49-F238E27FC236}">
                  <a16:creationId xmlns:a16="http://schemas.microsoft.com/office/drawing/2014/main" id="{3777CFD9-1EEE-4338-A733-1D11B69A884F}"/>
                </a:ext>
              </a:extLst>
            </p:cNvPr>
            <p:cNvSpPr/>
            <p:nvPr/>
          </p:nvSpPr>
          <p:spPr>
            <a:xfrm>
              <a:off x="8119862" y="4144212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76" name="Oval 575">
              <a:extLst>
                <a:ext uri="{FF2B5EF4-FFF2-40B4-BE49-F238E27FC236}">
                  <a16:creationId xmlns:a16="http://schemas.microsoft.com/office/drawing/2014/main" id="{16EB067C-DE9F-4B95-A1B4-97DE4BDBD45D}"/>
                </a:ext>
              </a:extLst>
            </p:cNvPr>
            <p:cNvSpPr/>
            <p:nvPr/>
          </p:nvSpPr>
          <p:spPr>
            <a:xfrm>
              <a:off x="7783607" y="403746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D83308E9-7316-4F03-B32C-FD4D9246EBBC}"/>
                </a:ext>
              </a:extLst>
            </p:cNvPr>
            <p:cNvSpPr/>
            <p:nvPr/>
          </p:nvSpPr>
          <p:spPr>
            <a:xfrm>
              <a:off x="7807389" y="4104664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78" name="Oval 577">
              <a:extLst>
                <a:ext uri="{FF2B5EF4-FFF2-40B4-BE49-F238E27FC236}">
                  <a16:creationId xmlns:a16="http://schemas.microsoft.com/office/drawing/2014/main" id="{3EFA0E20-FA6E-41AC-9969-657C26E0878E}"/>
                </a:ext>
              </a:extLst>
            </p:cNvPr>
            <p:cNvSpPr/>
            <p:nvPr/>
          </p:nvSpPr>
          <p:spPr>
            <a:xfrm>
              <a:off x="7875107" y="4163154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A37ECAD3-E88D-461A-94E4-26AFF072664E}"/>
                </a:ext>
              </a:extLst>
            </p:cNvPr>
            <p:cNvSpPr/>
            <p:nvPr/>
          </p:nvSpPr>
          <p:spPr>
            <a:xfrm>
              <a:off x="7192805" y="4152674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80" name="Oval 579">
              <a:extLst>
                <a:ext uri="{FF2B5EF4-FFF2-40B4-BE49-F238E27FC236}">
                  <a16:creationId xmlns:a16="http://schemas.microsoft.com/office/drawing/2014/main" id="{DAE3B8B0-ACAB-47A2-8D16-3B3C5BD143AD}"/>
                </a:ext>
              </a:extLst>
            </p:cNvPr>
            <p:cNvSpPr/>
            <p:nvPr/>
          </p:nvSpPr>
          <p:spPr>
            <a:xfrm>
              <a:off x="6798925" y="4118333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81" name="Oval 580">
              <a:extLst>
                <a:ext uri="{FF2B5EF4-FFF2-40B4-BE49-F238E27FC236}">
                  <a16:creationId xmlns:a16="http://schemas.microsoft.com/office/drawing/2014/main" id="{188794A0-1019-4E12-842B-E67D83A74F72}"/>
                </a:ext>
              </a:extLst>
            </p:cNvPr>
            <p:cNvSpPr/>
            <p:nvPr/>
          </p:nvSpPr>
          <p:spPr>
            <a:xfrm>
              <a:off x="6637862" y="391157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82" name="Oval 581">
              <a:extLst>
                <a:ext uri="{FF2B5EF4-FFF2-40B4-BE49-F238E27FC236}">
                  <a16:creationId xmlns:a16="http://schemas.microsoft.com/office/drawing/2014/main" id="{85BCFE41-30E1-44DA-A8FC-FF331160F575}"/>
                </a:ext>
              </a:extLst>
            </p:cNvPr>
            <p:cNvSpPr/>
            <p:nvPr/>
          </p:nvSpPr>
          <p:spPr>
            <a:xfrm>
              <a:off x="6396444" y="396659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83" name="Oval 582">
              <a:extLst>
                <a:ext uri="{FF2B5EF4-FFF2-40B4-BE49-F238E27FC236}">
                  <a16:creationId xmlns:a16="http://schemas.microsoft.com/office/drawing/2014/main" id="{2F458E08-1E7B-4BBD-97CC-0D1A288CA170}"/>
                </a:ext>
              </a:extLst>
            </p:cNvPr>
            <p:cNvSpPr/>
            <p:nvPr/>
          </p:nvSpPr>
          <p:spPr>
            <a:xfrm>
              <a:off x="7601033" y="402570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84" name="Oval 583">
              <a:extLst>
                <a:ext uri="{FF2B5EF4-FFF2-40B4-BE49-F238E27FC236}">
                  <a16:creationId xmlns:a16="http://schemas.microsoft.com/office/drawing/2014/main" id="{8EED984B-BA79-4B4A-A22A-BA50E503A837}"/>
                </a:ext>
              </a:extLst>
            </p:cNvPr>
            <p:cNvSpPr/>
            <p:nvPr/>
          </p:nvSpPr>
          <p:spPr>
            <a:xfrm>
              <a:off x="7703684" y="415515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85" name="Oval 584">
              <a:extLst>
                <a:ext uri="{FF2B5EF4-FFF2-40B4-BE49-F238E27FC236}">
                  <a16:creationId xmlns:a16="http://schemas.microsoft.com/office/drawing/2014/main" id="{6CD6FA5E-C68E-49D7-BA88-ADEA3597BFCE}"/>
                </a:ext>
              </a:extLst>
            </p:cNvPr>
            <p:cNvSpPr/>
            <p:nvPr/>
          </p:nvSpPr>
          <p:spPr>
            <a:xfrm>
              <a:off x="6732555" y="4164302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86" name="Oval 585">
              <a:extLst>
                <a:ext uri="{FF2B5EF4-FFF2-40B4-BE49-F238E27FC236}">
                  <a16:creationId xmlns:a16="http://schemas.microsoft.com/office/drawing/2014/main" id="{8FB31254-6510-499E-A43F-F1308981B70D}"/>
                </a:ext>
              </a:extLst>
            </p:cNvPr>
            <p:cNvSpPr/>
            <p:nvPr/>
          </p:nvSpPr>
          <p:spPr>
            <a:xfrm>
              <a:off x="6988220" y="3994249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B94A813F-0B8D-425D-B1C7-2A209D700314}"/>
                </a:ext>
              </a:extLst>
            </p:cNvPr>
            <p:cNvSpPr/>
            <p:nvPr/>
          </p:nvSpPr>
          <p:spPr>
            <a:xfrm>
              <a:off x="7465614" y="3998275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88" name="Oval 587">
              <a:extLst>
                <a:ext uri="{FF2B5EF4-FFF2-40B4-BE49-F238E27FC236}">
                  <a16:creationId xmlns:a16="http://schemas.microsoft.com/office/drawing/2014/main" id="{67996CA7-8200-4F0E-9B76-B1E5E3805E75}"/>
                </a:ext>
              </a:extLst>
            </p:cNvPr>
            <p:cNvSpPr/>
            <p:nvPr/>
          </p:nvSpPr>
          <p:spPr>
            <a:xfrm>
              <a:off x="7889832" y="4053464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89" name="Oval 588">
              <a:extLst>
                <a:ext uri="{FF2B5EF4-FFF2-40B4-BE49-F238E27FC236}">
                  <a16:creationId xmlns:a16="http://schemas.microsoft.com/office/drawing/2014/main" id="{FAFA17F3-11A1-4662-BA76-24151351BDE8}"/>
                </a:ext>
              </a:extLst>
            </p:cNvPr>
            <p:cNvSpPr/>
            <p:nvPr/>
          </p:nvSpPr>
          <p:spPr>
            <a:xfrm>
              <a:off x="7105145" y="3951920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0" name="Oval 589">
              <a:extLst>
                <a:ext uri="{FF2B5EF4-FFF2-40B4-BE49-F238E27FC236}">
                  <a16:creationId xmlns:a16="http://schemas.microsoft.com/office/drawing/2014/main" id="{9167233B-7A26-44CA-99CB-0759E0857026}"/>
                </a:ext>
              </a:extLst>
            </p:cNvPr>
            <p:cNvSpPr/>
            <p:nvPr/>
          </p:nvSpPr>
          <p:spPr>
            <a:xfrm>
              <a:off x="6752475" y="3926840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1" name="Oval 590">
              <a:extLst>
                <a:ext uri="{FF2B5EF4-FFF2-40B4-BE49-F238E27FC236}">
                  <a16:creationId xmlns:a16="http://schemas.microsoft.com/office/drawing/2014/main" id="{6E4D7EF7-A6C9-4F89-A1CA-9865F73CB1B3}"/>
                </a:ext>
              </a:extLst>
            </p:cNvPr>
            <p:cNvSpPr/>
            <p:nvPr/>
          </p:nvSpPr>
          <p:spPr>
            <a:xfrm>
              <a:off x="5259350" y="4114329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2" name="Oval 591">
              <a:extLst>
                <a:ext uri="{FF2B5EF4-FFF2-40B4-BE49-F238E27FC236}">
                  <a16:creationId xmlns:a16="http://schemas.microsoft.com/office/drawing/2014/main" id="{C03BF335-16E8-4A44-9D74-B1E68C62488E}"/>
                </a:ext>
              </a:extLst>
            </p:cNvPr>
            <p:cNvSpPr/>
            <p:nvPr/>
          </p:nvSpPr>
          <p:spPr>
            <a:xfrm>
              <a:off x="5747830" y="4142695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3" name="Oval 592">
              <a:extLst>
                <a:ext uri="{FF2B5EF4-FFF2-40B4-BE49-F238E27FC236}">
                  <a16:creationId xmlns:a16="http://schemas.microsoft.com/office/drawing/2014/main" id="{6F814F74-6DCE-4250-9E37-5C200AE17970}"/>
                </a:ext>
              </a:extLst>
            </p:cNvPr>
            <p:cNvSpPr/>
            <p:nvPr/>
          </p:nvSpPr>
          <p:spPr>
            <a:xfrm>
              <a:off x="6061641" y="3800891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4" name="Oval 593">
              <a:extLst>
                <a:ext uri="{FF2B5EF4-FFF2-40B4-BE49-F238E27FC236}">
                  <a16:creationId xmlns:a16="http://schemas.microsoft.com/office/drawing/2014/main" id="{5D2A760B-0888-4B21-8EEC-C2624BB5A175}"/>
                </a:ext>
              </a:extLst>
            </p:cNvPr>
            <p:cNvSpPr/>
            <p:nvPr/>
          </p:nvSpPr>
          <p:spPr>
            <a:xfrm>
              <a:off x="5656579" y="3922650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83DE4C5F-F83C-48D5-96C9-E625F756E05E}"/>
                </a:ext>
              </a:extLst>
            </p:cNvPr>
            <p:cNvSpPr/>
            <p:nvPr/>
          </p:nvSpPr>
          <p:spPr>
            <a:xfrm>
              <a:off x="5616750" y="4046555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6" name="Oval 595">
              <a:extLst>
                <a:ext uri="{FF2B5EF4-FFF2-40B4-BE49-F238E27FC236}">
                  <a16:creationId xmlns:a16="http://schemas.microsoft.com/office/drawing/2014/main" id="{EAB212E8-5009-478E-A1A7-FB0FA57F01E3}"/>
                </a:ext>
              </a:extLst>
            </p:cNvPr>
            <p:cNvSpPr/>
            <p:nvPr/>
          </p:nvSpPr>
          <p:spPr>
            <a:xfrm>
              <a:off x="5736162" y="3877447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7" name="Oval 596">
              <a:extLst>
                <a:ext uri="{FF2B5EF4-FFF2-40B4-BE49-F238E27FC236}">
                  <a16:creationId xmlns:a16="http://schemas.microsoft.com/office/drawing/2014/main" id="{74A5E0CD-B09C-41D6-AD45-42FF1CD9109E}"/>
                </a:ext>
              </a:extLst>
            </p:cNvPr>
            <p:cNvSpPr/>
            <p:nvPr/>
          </p:nvSpPr>
          <p:spPr>
            <a:xfrm>
              <a:off x="5750640" y="3760263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8" name="Oval 597">
              <a:extLst>
                <a:ext uri="{FF2B5EF4-FFF2-40B4-BE49-F238E27FC236}">
                  <a16:creationId xmlns:a16="http://schemas.microsoft.com/office/drawing/2014/main" id="{465AA8FF-B4EF-4510-940E-FBF0270A7816}"/>
                </a:ext>
              </a:extLst>
            </p:cNvPr>
            <p:cNvSpPr/>
            <p:nvPr/>
          </p:nvSpPr>
          <p:spPr>
            <a:xfrm>
              <a:off x="6680988" y="4179176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99" name="Oval 598">
              <a:extLst>
                <a:ext uri="{FF2B5EF4-FFF2-40B4-BE49-F238E27FC236}">
                  <a16:creationId xmlns:a16="http://schemas.microsoft.com/office/drawing/2014/main" id="{994F1DC8-0904-402F-B10D-721370352BC7}"/>
                </a:ext>
              </a:extLst>
            </p:cNvPr>
            <p:cNvSpPr/>
            <p:nvPr/>
          </p:nvSpPr>
          <p:spPr>
            <a:xfrm>
              <a:off x="5834612" y="3776932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0" name="Oval 599">
              <a:extLst>
                <a:ext uri="{FF2B5EF4-FFF2-40B4-BE49-F238E27FC236}">
                  <a16:creationId xmlns:a16="http://schemas.microsoft.com/office/drawing/2014/main" id="{0D064C71-B15B-4611-A332-63B5AE266243}"/>
                </a:ext>
              </a:extLst>
            </p:cNvPr>
            <p:cNvSpPr/>
            <p:nvPr/>
          </p:nvSpPr>
          <p:spPr>
            <a:xfrm>
              <a:off x="5044586" y="4078543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1" name="Oval 600">
              <a:extLst>
                <a:ext uri="{FF2B5EF4-FFF2-40B4-BE49-F238E27FC236}">
                  <a16:creationId xmlns:a16="http://schemas.microsoft.com/office/drawing/2014/main" id="{7C8E3280-7D50-43E0-8AF6-A3056C27B586}"/>
                </a:ext>
              </a:extLst>
            </p:cNvPr>
            <p:cNvSpPr/>
            <p:nvPr/>
          </p:nvSpPr>
          <p:spPr>
            <a:xfrm>
              <a:off x="5052710" y="3955140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2" name="Oval 601">
              <a:extLst>
                <a:ext uri="{FF2B5EF4-FFF2-40B4-BE49-F238E27FC236}">
                  <a16:creationId xmlns:a16="http://schemas.microsoft.com/office/drawing/2014/main" id="{A332C1B5-F96D-42BB-97C4-13783DDCEF8D}"/>
                </a:ext>
              </a:extLst>
            </p:cNvPr>
            <p:cNvSpPr/>
            <p:nvPr/>
          </p:nvSpPr>
          <p:spPr>
            <a:xfrm>
              <a:off x="5722936" y="4057974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DFCF8F28-5C16-4244-8D8C-0B73B5465E70}"/>
                </a:ext>
              </a:extLst>
            </p:cNvPr>
            <p:cNvSpPr/>
            <p:nvPr/>
          </p:nvSpPr>
          <p:spPr>
            <a:xfrm>
              <a:off x="6382702" y="4126456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03AE2979-75A4-4676-9B73-9E7A1D415E9B}"/>
                </a:ext>
              </a:extLst>
            </p:cNvPr>
            <p:cNvSpPr/>
            <p:nvPr/>
          </p:nvSpPr>
          <p:spPr>
            <a:xfrm>
              <a:off x="5056877" y="3878481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5" name="Oval 604">
              <a:extLst>
                <a:ext uri="{FF2B5EF4-FFF2-40B4-BE49-F238E27FC236}">
                  <a16:creationId xmlns:a16="http://schemas.microsoft.com/office/drawing/2014/main" id="{6AFA9777-DE7C-4334-B102-F4E1F62D6104}"/>
                </a:ext>
              </a:extLst>
            </p:cNvPr>
            <p:cNvSpPr/>
            <p:nvPr/>
          </p:nvSpPr>
          <p:spPr>
            <a:xfrm>
              <a:off x="6589460" y="3873739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6" name="Oval 605">
              <a:extLst>
                <a:ext uri="{FF2B5EF4-FFF2-40B4-BE49-F238E27FC236}">
                  <a16:creationId xmlns:a16="http://schemas.microsoft.com/office/drawing/2014/main" id="{BF07D47E-A914-4486-91C0-3B48D689576C}"/>
                </a:ext>
              </a:extLst>
            </p:cNvPr>
            <p:cNvSpPr/>
            <p:nvPr/>
          </p:nvSpPr>
          <p:spPr>
            <a:xfrm>
              <a:off x="6543455" y="3966708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29CAA93C-8F13-40BF-A631-041FF16C78A5}"/>
                </a:ext>
              </a:extLst>
            </p:cNvPr>
            <p:cNvSpPr/>
            <p:nvPr/>
          </p:nvSpPr>
          <p:spPr>
            <a:xfrm>
              <a:off x="6288765" y="3841776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8" name="Oval 607">
              <a:extLst>
                <a:ext uri="{FF2B5EF4-FFF2-40B4-BE49-F238E27FC236}">
                  <a16:creationId xmlns:a16="http://schemas.microsoft.com/office/drawing/2014/main" id="{CF65CF19-A490-4A71-9BBB-BED9D4DD068D}"/>
                </a:ext>
              </a:extLst>
            </p:cNvPr>
            <p:cNvSpPr/>
            <p:nvPr/>
          </p:nvSpPr>
          <p:spPr>
            <a:xfrm>
              <a:off x="5958637" y="3775289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2FDDDF97-0155-477C-B039-3866D3602538}"/>
                </a:ext>
              </a:extLst>
            </p:cNvPr>
            <p:cNvSpPr/>
            <p:nvPr/>
          </p:nvSpPr>
          <p:spPr>
            <a:xfrm>
              <a:off x="6480729" y="401575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34B6DEA0-5C22-4155-972C-06D889782958}"/>
                </a:ext>
              </a:extLst>
            </p:cNvPr>
            <p:cNvSpPr/>
            <p:nvPr/>
          </p:nvSpPr>
          <p:spPr>
            <a:xfrm>
              <a:off x="6105192" y="3779762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1" name="Oval 610">
              <a:extLst>
                <a:ext uri="{FF2B5EF4-FFF2-40B4-BE49-F238E27FC236}">
                  <a16:creationId xmlns:a16="http://schemas.microsoft.com/office/drawing/2014/main" id="{E9FEE757-779B-44DD-9F5E-D31188332357}"/>
                </a:ext>
              </a:extLst>
            </p:cNvPr>
            <p:cNvSpPr/>
            <p:nvPr/>
          </p:nvSpPr>
          <p:spPr>
            <a:xfrm>
              <a:off x="6301285" y="398427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E1BFE161-8A2C-41C0-A14E-6416B010A2A6}"/>
                </a:ext>
              </a:extLst>
            </p:cNvPr>
            <p:cNvSpPr/>
            <p:nvPr/>
          </p:nvSpPr>
          <p:spPr>
            <a:xfrm>
              <a:off x="7046617" y="399289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3" name="Oval 612">
              <a:extLst>
                <a:ext uri="{FF2B5EF4-FFF2-40B4-BE49-F238E27FC236}">
                  <a16:creationId xmlns:a16="http://schemas.microsoft.com/office/drawing/2014/main" id="{6B8FBA39-5B31-4C25-B878-EB8C532232BE}"/>
                </a:ext>
              </a:extLst>
            </p:cNvPr>
            <p:cNvSpPr/>
            <p:nvPr/>
          </p:nvSpPr>
          <p:spPr>
            <a:xfrm>
              <a:off x="5331436" y="3794104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4" name="Oval 613">
              <a:extLst>
                <a:ext uri="{FF2B5EF4-FFF2-40B4-BE49-F238E27FC236}">
                  <a16:creationId xmlns:a16="http://schemas.microsoft.com/office/drawing/2014/main" id="{B1A62049-5301-4E38-938E-DC4A4A54092E}"/>
                </a:ext>
              </a:extLst>
            </p:cNvPr>
            <p:cNvSpPr/>
            <p:nvPr/>
          </p:nvSpPr>
          <p:spPr>
            <a:xfrm>
              <a:off x="4955860" y="394240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99DED099-639F-437D-AE57-4F5A73E5BA3B}"/>
                </a:ext>
              </a:extLst>
            </p:cNvPr>
            <p:cNvSpPr/>
            <p:nvPr/>
          </p:nvSpPr>
          <p:spPr>
            <a:xfrm>
              <a:off x="5114266" y="4071453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6" name="Oval 615">
              <a:extLst>
                <a:ext uri="{FF2B5EF4-FFF2-40B4-BE49-F238E27FC236}">
                  <a16:creationId xmlns:a16="http://schemas.microsoft.com/office/drawing/2014/main" id="{DBB6847C-8032-4A3C-A024-952D2F2C5EB8}"/>
                </a:ext>
              </a:extLst>
            </p:cNvPr>
            <p:cNvSpPr/>
            <p:nvPr/>
          </p:nvSpPr>
          <p:spPr>
            <a:xfrm>
              <a:off x="5820279" y="388206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D1C757A1-2012-4EFA-866E-EBCBA6B65491}"/>
                </a:ext>
              </a:extLst>
            </p:cNvPr>
            <p:cNvSpPr/>
            <p:nvPr/>
          </p:nvSpPr>
          <p:spPr>
            <a:xfrm>
              <a:off x="5595533" y="394367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8" name="Oval 617">
              <a:extLst>
                <a:ext uri="{FF2B5EF4-FFF2-40B4-BE49-F238E27FC236}">
                  <a16:creationId xmlns:a16="http://schemas.microsoft.com/office/drawing/2014/main" id="{AA6DFAD9-8194-487C-9FB3-4EB07B946E55}"/>
                </a:ext>
              </a:extLst>
            </p:cNvPr>
            <p:cNvSpPr/>
            <p:nvPr/>
          </p:nvSpPr>
          <p:spPr>
            <a:xfrm>
              <a:off x="6014838" y="3765763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9" name="Oval 618">
              <a:extLst>
                <a:ext uri="{FF2B5EF4-FFF2-40B4-BE49-F238E27FC236}">
                  <a16:creationId xmlns:a16="http://schemas.microsoft.com/office/drawing/2014/main" id="{3266897C-6FA6-496E-9E5F-8866A310388C}"/>
                </a:ext>
              </a:extLst>
            </p:cNvPr>
            <p:cNvSpPr/>
            <p:nvPr/>
          </p:nvSpPr>
          <p:spPr>
            <a:xfrm>
              <a:off x="6830755" y="4020090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0" name="Oval 619">
              <a:extLst>
                <a:ext uri="{FF2B5EF4-FFF2-40B4-BE49-F238E27FC236}">
                  <a16:creationId xmlns:a16="http://schemas.microsoft.com/office/drawing/2014/main" id="{6DBE6B6E-4041-4720-9445-39320BEE012E}"/>
                </a:ext>
              </a:extLst>
            </p:cNvPr>
            <p:cNvSpPr/>
            <p:nvPr/>
          </p:nvSpPr>
          <p:spPr>
            <a:xfrm>
              <a:off x="6684861" y="3942106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678472AE-B07C-4437-A308-846CB19AC6B6}"/>
                </a:ext>
              </a:extLst>
            </p:cNvPr>
            <p:cNvSpPr/>
            <p:nvPr/>
          </p:nvSpPr>
          <p:spPr>
            <a:xfrm>
              <a:off x="7346414" y="398606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2" name="Oval 621">
              <a:extLst>
                <a:ext uri="{FF2B5EF4-FFF2-40B4-BE49-F238E27FC236}">
                  <a16:creationId xmlns:a16="http://schemas.microsoft.com/office/drawing/2014/main" id="{547CC0F0-51EE-4003-B0D4-08DD5A8E6EAA}"/>
                </a:ext>
              </a:extLst>
            </p:cNvPr>
            <p:cNvSpPr/>
            <p:nvPr/>
          </p:nvSpPr>
          <p:spPr>
            <a:xfrm>
              <a:off x="8038707" y="4028599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3" name="Oval 622">
              <a:extLst>
                <a:ext uri="{FF2B5EF4-FFF2-40B4-BE49-F238E27FC236}">
                  <a16:creationId xmlns:a16="http://schemas.microsoft.com/office/drawing/2014/main" id="{14D3C33A-8D89-4484-92AC-6E1B9B72A805}"/>
                </a:ext>
              </a:extLst>
            </p:cNvPr>
            <p:cNvSpPr/>
            <p:nvPr/>
          </p:nvSpPr>
          <p:spPr>
            <a:xfrm>
              <a:off x="7981007" y="4136268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4" name="Oval 623">
              <a:extLst>
                <a:ext uri="{FF2B5EF4-FFF2-40B4-BE49-F238E27FC236}">
                  <a16:creationId xmlns:a16="http://schemas.microsoft.com/office/drawing/2014/main" id="{52A3C7A6-C696-4A17-A929-79E40F88DF1A}"/>
                </a:ext>
              </a:extLst>
            </p:cNvPr>
            <p:cNvSpPr/>
            <p:nvPr/>
          </p:nvSpPr>
          <p:spPr>
            <a:xfrm>
              <a:off x="7557788" y="4153873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9A3D22F9-CB81-4F0B-9FC0-56DA381FF9B8}"/>
                </a:ext>
              </a:extLst>
            </p:cNvPr>
            <p:cNvSpPr/>
            <p:nvPr/>
          </p:nvSpPr>
          <p:spPr>
            <a:xfrm>
              <a:off x="6948968" y="4152127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6" name="Oval 625">
              <a:extLst>
                <a:ext uri="{FF2B5EF4-FFF2-40B4-BE49-F238E27FC236}">
                  <a16:creationId xmlns:a16="http://schemas.microsoft.com/office/drawing/2014/main" id="{1A9FE556-4F55-4E95-AF4C-FFBFD0A1620F}"/>
                </a:ext>
              </a:extLst>
            </p:cNvPr>
            <p:cNvSpPr/>
            <p:nvPr/>
          </p:nvSpPr>
          <p:spPr>
            <a:xfrm>
              <a:off x="7271418" y="3962035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7" name="Oval 626">
              <a:extLst>
                <a:ext uri="{FF2B5EF4-FFF2-40B4-BE49-F238E27FC236}">
                  <a16:creationId xmlns:a16="http://schemas.microsoft.com/office/drawing/2014/main" id="{1B9C59BA-A97E-4C1A-BCB9-CA58ED56DAEF}"/>
                </a:ext>
              </a:extLst>
            </p:cNvPr>
            <p:cNvSpPr/>
            <p:nvPr/>
          </p:nvSpPr>
          <p:spPr>
            <a:xfrm>
              <a:off x="7146170" y="4073519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8" name="Oval 627">
              <a:extLst>
                <a:ext uri="{FF2B5EF4-FFF2-40B4-BE49-F238E27FC236}">
                  <a16:creationId xmlns:a16="http://schemas.microsoft.com/office/drawing/2014/main" id="{4B3D3C88-6651-48D8-A166-CC91D33C05D4}"/>
                </a:ext>
              </a:extLst>
            </p:cNvPr>
            <p:cNvSpPr/>
            <p:nvPr/>
          </p:nvSpPr>
          <p:spPr>
            <a:xfrm>
              <a:off x="6127075" y="3931151"/>
              <a:ext cx="45720" cy="4572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29" name="Oval 628">
              <a:extLst>
                <a:ext uri="{FF2B5EF4-FFF2-40B4-BE49-F238E27FC236}">
                  <a16:creationId xmlns:a16="http://schemas.microsoft.com/office/drawing/2014/main" id="{3A97AE3F-4916-4A98-8593-EC0C66FDCD2D}"/>
                </a:ext>
              </a:extLst>
            </p:cNvPr>
            <p:cNvSpPr/>
            <p:nvPr/>
          </p:nvSpPr>
          <p:spPr>
            <a:xfrm>
              <a:off x="7140620" y="4146649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30" name="Oval 629">
              <a:extLst>
                <a:ext uri="{FF2B5EF4-FFF2-40B4-BE49-F238E27FC236}">
                  <a16:creationId xmlns:a16="http://schemas.microsoft.com/office/drawing/2014/main" id="{9FF51339-B932-444C-8E21-F0E7977AA68E}"/>
                </a:ext>
              </a:extLst>
            </p:cNvPr>
            <p:cNvSpPr/>
            <p:nvPr/>
          </p:nvSpPr>
          <p:spPr>
            <a:xfrm>
              <a:off x="7417386" y="4135414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31" name="Oval 630">
              <a:extLst>
                <a:ext uri="{FF2B5EF4-FFF2-40B4-BE49-F238E27FC236}">
                  <a16:creationId xmlns:a16="http://schemas.microsoft.com/office/drawing/2014/main" id="{2A020533-1D23-4CCF-9791-0879F3AB900D}"/>
                </a:ext>
              </a:extLst>
            </p:cNvPr>
            <p:cNvSpPr/>
            <p:nvPr/>
          </p:nvSpPr>
          <p:spPr>
            <a:xfrm>
              <a:off x="7715017" y="4051306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32" name="Oval 631">
              <a:extLst>
                <a:ext uri="{FF2B5EF4-FFF2-40B4-BE49-F238E27FC236}">
                  <a16:creationId xmlns:a16="http://schemas.microsoft.com/office/drawing/2014/main" id="{D5155E86-00A2-45F5-AE20-A04B7BBD2742}"/>
                </a:ext>
              </a:extLst>
            </p:cNvPr>
            <p:cNvSpPr/>
            <p:nvPr/>
          </p:nvSpPr>
          <p:spPr>
            <a:xfrm>
              <a:off x="6721473" y="4037468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33" name="Oval 632">
              <a:extLst>
                <a:ext uri="{FF2B5EF4-FFF2-40B4-BE49-F238E27FC236}">
                  <a16:creationId xmlns:a16="http://schemas.microsoft.com/office/drawing/2014/main" id="{83C52E08-5338-48CA-A69E-29B0AD3B6737}"/>
                </a:ext>
              </a:extLst>
            </p:cNvPr>
            <p:cNvSpPr/>
            <p:nvPr/>
          </p:nvSpPr>
          <p:spPr>
            <a:xfrm>
              <a:off x="5835397" y="4081920"/>
              <a:ext cx="27432" cy="27432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634" name="TextBox 633">
            <a:extLst>
              <a:ext uri="{FF2B5EF4-FFF2-40B4-BE49-F238E27FC236}">
                <a16:creationId xmlns:a16="http://schemas.microsoft.com/office/drawing/2014/main" id="{A3E69813-1D09-4E79-824B-18627063090D}"/>
              </a:ext>
            </a:extLst>
          </p:cNvPr>
          <p:cNvSpPr txBox="1"/>
          <p:nvPr/>
        </p:nvSpPr>
        <p:spPr>
          <a:xfrm>
            <a:off x="1076691" y="1556110"/>
            <a:ext cx="763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Alevin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69A233CD-2916-4DDA-B07A-6AB01633E343}"/>
              </a:ext>
            </a:extLst>
          </p:cNvPr>
          <p:cNvSpPr txBox="1"/>
          <p:nvPr/>
        </p:nvSpPr>
        <p:spPr>
          <a:xfrm>
            <a:off x="2534826" y="3050804"/>
            <a:ext cx="95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Parr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6B991643-D821-4BE2-A3D0-2AD14DE525AA}"/>
              </a:ext>
            </a:extLst>
          </p:cNvPr>
          <p:cNvSpPr txBox="1"/>
          <p:nvPr/>
        </p:nvSpPr>
        <p:spPr>
          <a:xfrm>
            <a:off x="0" y="3372656"/>
            <a:ext cx="710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Egg</a:t>
            </a:r>
          </a:p>
        </p:txBody>
      </p:sp>
      <p:sp>
        <p:nvSpPr>
          <p:cNvPr id="637" name="TextBox 636">
            <a:extLst>
              <a:ext uri="{FF2B5EF4-FFF2-40B4-BE49-F238E27FC236}">
                <a16:creationId xmlns:a16="http://schemas.microsoft.com/office/drawing/2014/main" id="{948F8F54-9195-4055-B678-8AE5F330214B}"/>
              </a:ext>
            </a:extLst>
          </p:cNvPr>
          <p:cNvSpPr txBox="1"/>
          <p:nvPr/>
        </p:nvSpPr>
        <p:spPr>
          <a:xfrm>
            <a:off x="4230513" y="1553334"/>
            <a:ext cx="90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Smolt</a:t>
            </a:r>
          </a:p>
        </p:txBody>
      </p:sp>
      <p:sp>
        <p:nvSpPr>
          <p:cNvPr id="638" name="TextBox 637">
            <a:extLst>
              <a:ext uri="{FF2B5EF4-FFF2-40B4-BE49-F238E27FC236}">
                <a16:creationId xmlns:a16="http://schemas.microsoft.com/office/drawing/2014/main" id="{FEFC9920-160A-41AE-8E56-BF10346E2239}"/>
              </a:ext>
            </a:extLst>
          </p:cNvPr>
          <p:cNvSpPr txBox="1"/>
          <p:nvPr/>
        </p:nvSpPr>
        <p:spPr>
          <a:xfrm>
            <a:off x="6481103" y="4459673"/>
            <a:ext cx="1355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Marine phase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7A2DF4B4-1584-43B4-9C05-E506647592AB}"/>
              </a:ext>
            </a:extLst>
          </p:cNvPr>
          <p:cNvSpPr txBox="1"/>
          <p:nvPr/>
        </p:nvSpPr>
        <p:spPr>
          <a:xfrm>
            <a:off x="8424413" y="5678825"/>
            <a:ext cx="1546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Jack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1 year at sea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B1ACD9A8-9534-4685-AFEB-AB897361372E}"/>
              </a:ext>
            </a:extLst>
          </p:cNvPr>
          <p:cNvSpPr txBox="1"/>
          <p:nvPr/>
        </p:nvSpPr>
        <p:spPr>
          <a:xfrm>
            <a:off x="9808125" y="1519923"/>
            <a:ext cx="1546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Mature male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2+ year at sea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65F0FDD9-C60A-4E56-B9C6-CBF08909B130}"/>
              </a:ext>
            </a:extLst>
          </p:cNvPr>
          <p:cNvSpPr txBox="1"/>
          <p:nvPr/>
        </p:nvSpPr>
        <p:spPr>
          <a:xfrm>
            <a:off x="5780985" y="480983"/>
            <a:ext cx="20893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Minijack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&lt;1 year at estuary or sea</a:t>
            </a:r>
          </a:p>
        </p:txBody>
      </p:sp>
      <p:sp>
        <p:nvSpPr>
          <p:cNvPr id="828" name="TextBox 827">
            <a:extLst>
              <a:ext uri="{FF2B5EF4-FFF2-40B4-BE49-F238E27FC236}">
                <a16:creationId xmlns:a16="http://schemas.microsoft.com/office/drawing/2014/main" id="{7D089B2B-EE22-405D-B86A-9307D392EEDB}"/>
              </a:ext>
            </a:extLst>
          </p:cNvPr>
          <p:cNvSpPr txBox="1"/>
          <p:nvPr/>
        </p:nvSpPr>
        <p:spPr>
          <a:xfrm>
            <a:off x="811210" y="5637289"/>
            <a:ext cx="158985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Resident parr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Never leaves natal stream</a:t>
            </a:r>
          </a:p>
        </p:txBody>
      </p:sp>
      <p:sp>
        <p:nvSpPr>
          <p:cNvPr id="829" name="TextBox 828">
            <a:extLst>
              <a:ext uri="{FF2B5EF4-FFF2-40B4-BE49-F238E27FC236}">
                <a16:creationId xmlns:a16="http://schemas.microsoft.com/office/drawing/2014/main" id="{61A51F63-647D-4B8F-A5AD-70AA6C1AF887}"/>
              </a:ext>
            </a:extLst>
          </p:cNvPr>
          <p:cNvSpPr txBox="1"/>
          <p:nvPr/>
        </p:nvSpPr>
        <p:spPr>
          <a:xfrm>
            <a:off x="4060861" y="5359590"/>
            <a:ext cx="16924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River parr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Rears in larger streams</a:t>
            </a:r>
          </a:p>
        </p:txBody>
      </p:sp>
      <p:grpSp>
        <p:nvGrpSpPr>
          <p:cNvPr id="893" name="Group 892">
            <a:extLst>
              <a:ext uri="{FF2B5EF4-FFF2-40B4-BE49-F238E27FC236}">
                <a16:creationId xmlns:a16="http://schemas.microsoft.com/office/drawing/2014/main" id="{FFA2AFA3-C371-49EE-B22A-F19C2E3100F8}"/>
              </a:ext>
            </a:extLst>
          </p:cNvPr>
          <p:cNvGrpSpPr>
            <a:grpSpLocks noChangeAspect="1"/>
          </p:cNvGrpSpPr>
          <p:nvPr/>
        </p:nvGrpSpPr>
        <p:grpSpPr>
          <a:xfrm>
            <a:off x="8036994" y="4647712"/>
            <a:ext cx="2514600" cy="1006774"/>
            <a:chOff x="1836840" y="1141241"/>
            <a:chExt cx="7160001" cy="2866660"/>
          </a:xfrm>
          <a:effectLst>
            <a:glow rad="63500">
              <a:schemeClr val="bg1">
                <a:alpha val="69000"/>
              </a:schemeClr>
            </a:glow>
          </a:effectLst>
        </p:grpSpPr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433D8914-C89C-4E8E-839B-E2737E8ADFE2}"/>
                </a:ext>
              </a:extLst>
            </p:cNvPr>
            <p:cNvSpPr/>
            <p:nvPr/>
          </p:nvSpPr>
          <p:spPr>
            <a:xfrm>
              <a:off x="6948944" y="2183552"/>
              <a:ext cx="576138" cy="223109"/>
            </a:xfrm>
            <a:custGeom>
              <a:avLst/>
              <a:gdLst>
                <a:gd name="connsiteX0" fmla="*/ 42406 w 576138"/>
                <a:gd name="connsiteY0" fmla="*/ 70698 h 223109"/>
                <a:gd name="connsiteX1" fmla="*/ 455156 w 576138"/>
                <a:gd name="connsiteY1" fmla="*/ 848 h 223109"/>
                <a:gd name="connsiteX2" fmla="*/ 575806 w 576138"/>
                <a:gd name="connsiteY2" fmla="*/ 121498 h 223109"/>
                <a:gd name="connsiteX3" fmla="*/ 429756 w 576138"/>
                <a:gd name="connsiteY3" fmla="*/ 223098 h 223109"/>
                <a:gd name="connsiteX4" fmla="*/ 61456 w 576138"/>
                <a:gd name="connsiteY4" fmla="*/ 127848 h 223109"/>
                <a:gd name="connsiteX5" fmla="*/ 42406 w 576138"/>
                <a:gd name="connsiteY5" fmla="*/ 70698 h 22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6138" h="223109">
                  <a:moveTo>
                    <a:pt x="42406" y="70698"/>
                  </a:moveTo>
                  <a:cubicBezTo>
                    <a:pt x="108023" y="49531"/>
                    <a:pt x="366256" y="-7619"/>
                    <a:pt x="455156" y="848"/>
                  </a:cubicBezTo>
                  <a:cubicBezTo>
                    <a:pt x="544056" y="9315"/>
                    <a:pt x="580039" y="84456"/>
                    <a:pt x="575806" y="121498"/>
                  </a:cubicBezTo>
                  <a:cubicBezTo>
                    <a:pt x="571573" y="158540"/>
                    <a:pt x="515481" y="222040"/>
                    <a:pt x="429756" y="223098"/>
                  </a:cubicBezTo>
                  <a:cubicBezTo>
                    <a:pt x="344031" y="224156"/>
                    <a:pt x="132364" y="150073"/>
                    <a:pt x="61456" y="127848"/>
                  </a:cubicBezTo>
                  <a:cubicBezTo>
                    <a:pt x="-9452" y="105623"/>
                    <a:pt x="-23211" y="91865"/>
                    <a:pt x="42406" y="7069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E3D00"/>
                </a:gs>
                <a:gs pos="53000">
                  <a:srgbClr val="807D40"/>
                </a:gs>
              </a:gsLst>
              <a:path path="circle">
                <a:fillToRect l="100000" b="100000"/>
              </a:path>
              <a:tileRect t="-100000" r="-10000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594D9A97-0420-4FF9-AB44-087D4FB44214}"/>
                </a:ext>
              </a:extLst>
            </p:cNvPr>
            <p:cNvSpPr/>
            <p:nvPr/>
          </p:nvSpPr>
          <p:spPr>
            <a:xfrm>
              <a:off x="7603895" y="1740373"/>
              <a:ext cx="1392946" cy="1865037"/>
            </a:xfrm>
            <a:custGeom>
              <a:avLst/>
              <a:gdLst>
                <a:gd name="connsiteX0" fmla="*/ 1347373 w 1392946"/>
                <a:gd name="connsiteY0" fmla="*/ 866 h 1865037"/>
                <a:gd name="connsiteX1" fmla="*/ 1387705 w 1392946"/>
                <a:gd name="connsiteY1" fmla="*/ 31276 h 1865037"/>
                <a:gd name="connsiteX2" fmla="*/ 1292455 w 1392946"/>
                <a:gd name="connsiteY2" fmla="*/ 520226 h 1865037"/>
                <a:gd name="connsiteX3" fmla="*/ 1222605 w 1392946"/>
                <a:gd name="connsiteY3" fmla="*/ 964726 h 1865037"/>
                <a:gd name="connsiteX4" fmla="*/ 1221935 w 1392946"/>
                <a:gd name="connsiteY4" fmla="*/ 966932 h 1865037"/>
                <a:gd name="connsiteX5" fmla="*/ 1228637 w 1392946"/>
                <a:gd name="connsiteY5" fmla="*/ 996553 h 1865037"/>
                <a:gd name="connsiteX6" fmla="*/ 1276709 w 1392946"/>
                <a:gd name="connsiteY6" fmla="*/ 1344811 h 1865037"/>
                <a:gd name="connsiteX7" fmla="*/ 1371959 w 1392946"/>
                <a:gd name="connsiteY7" fmla="*/ 1833761 h 1865037"/>
                <a:gd name="connsiteX8" fmla="*/ 1105259 w 1392946"/>
                <a:gd name="connsiteY8" fmla="*/ 1789311 h 1865037"/>
                <a:gd name="connsiteX9" fmla="*/ 800459 w 1392946"/>
                <a:gd name="connsiteY9" fmla="*/ 1573411 h 1865037"/>
                <a:gd name="connsiteX10" fmla="*/ 305159 w 1392946"/>
                <a:gd name="connsiteY10" fmla="*/ 1205111 h 1865037"/>
                <a:gd name="connsiteX11" fmla="*/ 359 w 1392946"/>
                <a:gd name="connsiteY11" fmla="*/ 932061 h 1865037"/>
                <a:gd name="connsiteX12" fmla="*/ 19657 w 1392946"/>
                <a:gd name="connsiteY12" fmla="*/ 895450 h 1865037"/>
                <a:gd name="connsiteX13" fmla="*/ 43363 w 1392946"/>
                <a:gd name="connsiteY13" fmla="*/ 884823 h 1865037"/>
                <a:gd name="connsiteX14" fmla="*/ 48550 w 1392946"/>
                <a:gd name="connsiteY14" fmla="*/ 878108 h 1865037"/>
                <a:gd name="connsiteX15" fmla="*/ 320905 w 1392946"/>
                <a:gd name="connsiteY15" fmla="*/ 659926 h 1865037"/>
                <a:gd name="connsiteX16" fmla="*/ 816205 w 1392946"/>
                <a:gd name="connsiteY16" fmla="*/ 291626 h 1865037"/>
                <a:gd name="connsiteX17" fmla="*/ 1121005 w 1392946"/>
                <a:gd name="connsiteY17" fmla="*/ 75726 h 1865037"/>
                <a:gd name="connsiteX18" fmla="*/ 1347373 w 1392946"/>
                <a:gd name="connsiteY18" fmla="*/ 866 h 186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92946" h="1865037">
                  <a:moveTo>
                    <a:pt x="1347373" y="866"/>
                  </a:moveTo>
                  <a:cubicBezTo>
                    <a:pt x="1366274" y="3561"/>
                    <a:pt x="1380561" y="12755"/>
                    <a:pt x="1387705" y="31276"/>
                  </a:cubicBezTo>
                  <a:cubicBezTo>
                    <a:pt x="1416280" y="105359"/>
                    <a:pt x="1319972" y="364651"/>
                    <a:pt x="1292455" y="520226"/>
                  </a:cubicBezTo>
                  <a:cubicBezTo>
                    <a:pt x="1264938" y="675801"/>
                    <a:pt x="1257530" y="849368"/>
                    <a:pt x="1222605" y="964726"/>
                  </a:cubicBezTo>
                  <a:lnTo>
                    <a:pt x="1221935" y="966932"/>
                  </a:lnTo>
                  <a:lnTo>
                    <a:pt x="1228637" y="996553"/>
                  </a:lnTo>
                  <a:cubicBezTo>
                    <a:pt x="1246745" y="1101328"/>
                    <a:pt x="1256071" y="1228130"/>
                    <a:pt x="1276709" y="1344811"/>
                  </a:cubicBezTo>
                  <a:cubicBezTo>
                    <a:pt x="1304226" y="1500386"/>
                    <a:pt x="1400534" y="1759678"/>
                    <a:pt x="1371959" y="1833761"/>
                  </a:cubicBezTo>
                  <a:cubicBezTo>
                    <a:pt x="1343384" y="1907844"/>
                    <a:pt x="1200509" y="1832703"/>
                    <a:pt x="1105259" y="1789311"/>
                  </a:cubicBezTo>
                  <a:cubicBezTo>
                    <a:pt x="1010009" y="1745919"/>
                    <a:pt x="933809" y="1670778"/>
                    <a:pt x="800459" y="1573411"/>
                  </a:cubicBezTo>
                  <a:cubicBezTo>
                    <a:pt x="667109" y="1476044"/>
                    <a:pt x="438509" y="1312003"/>
                    <a:pt x="305159" y="1205111"/>
                  </a:cubicBezTo>
                  <a:cubicBezTo>
                    <a:pt x="171809" y="1098219"/>
                    <a:pt x="8826" y="996619"/>
                    <a:pt x="359" y="932061"/>
                  </a:cubicBezTo>
                  <a:cubicBezTo>
                    <a:pt x="-1758" y="915922"/>
                    <a:pt x="5584" y="904346"/>
                    <a:pt x="19657" y="895450"/>
                  </a:cubicBezTo>
                  <a:lnTo>
                    <a:pt x="43363" y="884823"/>
                  </a:lnTo>
                  <a:lnTo>
                    <a:pt x="48550" y="878108"/>
                  </a:lnTo>
                  <a:cubicBezTo>
                    <a:pt x="104212" y="817287"/>
                    <a:pt x="220893" y="740095"/>
                    <a:pt x="320905" y="659926"/>
                  </a:cubicBezTo>
                  <a:cubicBezTo>
                    <a:pt x="454255" y="553034"/>
                    <a:pt x="682855" y="388993"/>
                    <a:pt x="816205" y="291626"/>
                  </a:cubicBezTo>
                  <a:cubicBezTo>
                    <a:pt x="949555" y="194259"/>
                    <a:pt x="1025755" y="119118"/>
                    <a:pt x="1121005" y="75726"/>
                  </a:cubicBezTo>
                  <a:cubicBezTo>
                    <a:pt x="1192443" y="43182"/>
                    <a:pt x="1290669" y="-7221"/>
                    <a:pt x="1347373" y="866"/>
                  </a:cubicBezTo>
                  <a:close/>
                </a:path>
              </a:pathLst>
            </a:custGeom>
            <a:solidFill>
              <a:srgbClr val="5E580E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54489991-17D0-4E87-9090-C9EEAFBB2048}"/>
                </a:ext>
              </a:extLst>
            </p:cNvPr>
            <p:cNvSpPr/>
            <p:nvPr/>
          </p:nvSpPr>
          <p:spPr>
            <a:xfrm>
              <a:off x="4868641" y="1141241"/>
              <a:ext cx="956118" cy="790423"/>
            </a:xfrm>
            <a:custGeom>
              <a:avLst/>
              <a:gdLst>
                <a:gd name="connsiteX0" fmla="*/ 3535 w 956366"/>
                <a:gd name="connsiteY0" fmla="*/ 711250 h 787269"/>
                <a:gd name="connsiteX1" fmla="*/ 467085 w 956366"/>
                <a:gd name="connsiteY1" fmla="*/ 12750 h 787269"/>
                <a:gd name="connsiteX2" fmla="*/ 644885 w 956366"/>
                <a:gd name="connsiteY2" fmla="*/ 285800 h 787269"/>
                <a:gd name="connsiteX3" fmla="*/ 956035 w 956366"/>
                <a:gd name="connsiteY3" fmla="*/ 616000 h 787269"/>
                <a:gd name="connsiteX4" fmla="*/ 695685 w 956366"/>
                <a:gd name="connsiteY4" fmla="*/ 774750 h 787269"/>
                <a:gd name="connsiteX5" fmla="*/ 276585 w 956366"/>
                <a:gd name="connsiteY5" fmla="*/ 768400 h 787269"/>
                <a:gd name="connsiteX6" fmla="*/ 3535 w 956366"/>
                <a:gd name="connsiteY6" fmla="*/ 711250 h 787269"/>
                <a:gd name="connsiteX0" fmla="*/ 3535 w 956118"/>
                <a:gd name="connsiteY0" fmla="*/ 714404 h 790423"/>
                <a:gd name="connsiteX1" fmla="*/ 467085 w 956118"/>
                <a:gd name="connsiteY1" fmla="*/ 15904 h 790423"/>
                <a:gd name="connsiteX2" fmla="*/ 721085 w 956118"/>
                <a:gd name="connsiteY2" fmla="*/ 257204 h 790423"/>
                <a:gd name="connsiteX3" fmla="*/ 956035 w 956118"/>
                <a:gd name="connsiteY3" fmla="*/ 619154 h 790423"/>
                <a:gd name="connsiteX4" fmla="*/ 695685 w 956118"/>
                <a:gd name="connsiteY4" fmla="*/ 777904 h 790423"/>
                <a:gd name="connsiteX5" fmla="*/ 276585 w 956118"/>
                <a:gd name="connsiteY5" fmla="*/ 771554 h 790423"/>
                <a:gd name="connsiteX6" fmla="*/ 3535 w 956118"/>
                <a:gd name="connsiteY6" fmla="*/ 714404 h 79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118" h="790423">
                  <a:moveTo>
                    <a:pt x="3535" y="714404"/>
                  </a:moveTo>
                  <a:cubicBezTo>
                    <a:pt x="35285" y="588462"/>
                    <a:pt x="347493" y="92104"/>
                    <a:pt x="467085" y="15904"/>
                  </a:cubicBezTo>
                  <a:cubicBezTo>
                    <a:pt x="586677" y="-60296"/>
                    <a:pt x="639593" y="156662"/>
                    <a:pt x="721085" y="257204"/>
                  </a:cubicBezTo>
                  <a:cubicBezTo>
                    <a:pt x="802577" y="357746"/>
                    <a:pt x="960268" y="532371"/>
                    <a:pt x="956035" y="619154"/>
                  </a:cubicBezTo>
                  <a:cubicBezTo>
                    <a:pt x="951802" y="705937"/>
                    <a:pt x="808927" y="752504"/>
                    <a:pt x="695685" y="777904"/>
                  </a:cubicBezTo>
                  <a:cubicBezTo>
                    <a:pt x="582443" y="803304"/>
                    <a:pt x="391943" y="784254"/>
                    <a:pt x="276585" y="771554"/>
                  </a:cubicBezTo>
                  <a:cubicBezTo>
                    <a:pt x="161227" y="758854"/>
                    <a:pt x="-28215" y="840346"/>
                    <a:pt x="3535" y="714404"/>
                  </a:cubicBezTo>
                  <a:close/>
                </a:path>
              </a:pathLst>
            </a:custGeom>
            <a:gradFill>
              <a:gsLst>
                <a:gs pos="34000">
                  <a:srgbClr val="3E3D00"/>
                </a:gs>
                <a:gs pos="100000">
                  <a:srgbClr val="E2B954"/>
                </a:gs>
              </a:gsLst>
              <a:lin ang="1800000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37261A6D-A954-4D6E-84CB-F69460776164}"/>
                </a:ext>
              </a:extLst>
            </p:cNvPr>
            <p:cNvSpPr/>
            <p:nvPr/>
          </p:nvSpPr>
          <p:spPr>
            <a:xfrm>
              <a:off x="6132132" y="3006497"/>
              <a:ext cx="1348595" cy="670173"/>
            </a:xfrm>
            <a:custGeom>
              <a:avLst/>
              <a:gdLst>
                <a:gd name="connsiteX0" fmla="*/ 55974 w 1205751"/>
                <a:gd name="connsiteY0" fmla="*/ 320903 h 670173"/>
                <a:gd name="connsiteX1" fmla="*/ 125824 w 1205751"/>
                <a:gd name="connsiteY1" fmla="*/ 390753 h 670173"/>
                <a:gd name="connsiteX2" fmla="*/ 443324 w 1205751"/>
                <a:gd name="connsiteY2" fmla="*/ 670153 h 670173"/>
                <a:gd name="connsiteX3" fmla="*/ 900524 w 1205751"/>
                <a:gd name="connsiteY3" fmla="*/ 403453 h 670173"/>
                <a:gd name="connsiteX4" fmla="*/ 1205324 w 1205751"/>
                <a:gd name="connsiteY4" fmla="*/ 54203 h 670173"/>
                <a:gd name="connsiteX5" fmla="*/ 837024 w 1205751"/>
                <a:gd name="connsiteY5" fmla="*/ 9753 h 670173"/>
                <a:gd name="connsiteX6" fmla="*/ 322674 w 1205751"/>
                <a:gd name="connsiteY6" fmla="*/ 143103 h 670173"/>
                <a:gd name="connsiteX7" fmla="*/ 11524 w 1205751"/>
                <a:gd name="connsiteY7" fmla="*/ 257403 h 670173"/>
                <a:gd name="connsiteX8" fmla="*/ 55974 w 1205751"/>
                <a:gd name="connsiteY8" fmla="*/ 320903 h 670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5751" h="670173">
                  <a:moveTo>
                    <a:pt x="55974" y="320903"/>
                  </a:moveTo>
                  <a:cubicBezTo>
                    <a:pt x="75024" y="343128"/>
                    <a:pt x="61266" y="332545"/>
                    <a:pt x="125824" y="390753"/>
                  </a:cubicBezTo>
                  <a:cubicBezTo>
                    <a:pt x="190382" y="448961"/>
                    <a:pt x="314207" y="668036"/>
                    <a:pt x="443324" y="670153"/>
                  </a:cubicBezTo>
                  <a:cubicBezTo>
                    <a:pt x="572441" y="672270"/>
                    <a:pt x="773524" y="506111"/>
                    <a:pt x="900524" y="403453"/>
                  </a:cubicBezTo>
                  <a:cubicBezTo>
                    <a:pt x="1027524" y="300795"/>
                    <a:pt x="1215907" y="119820"/>
                    <a:pt x="1205324" y="54203"/>
                  </a:cubicBezTo>
                  <a:cubicBezTo>
                    <a:pt x="1194741" y="-11414"/>
                    <a:pt x="984132" y="-5064"/>
                    <a:pt x="837024" y="9753"/>
                  </a:cubicBezTo>
                  <a:cubicBezTo>
                    <a:pt x="689916" y="24570"/>
                    <a:pt x="460257" y="101828"/>
                    <a:pt x="322674" y="143103"/>
                  </a:cubicBezTo>
                  <a:cubicBezTo>
                    <a:pt x="185091" y="184378"/>
                    <a:pt x="48566" y="229886"/>
                    <a:pt x="11524" y="257403"/>
                  </a:cubicBezTo>
                  <a:cubicBezTo>
                    <a:pt x="-25518" y="284920"/>
                    <a:pt x="36924" y="298678"/>
                    <a:pt x="55974" y="320903"/>
                  </a:cubicBezTo>
                  <a:close/>
                </a:path>
              </a:pathLst>
            </a:custGeom>
            <a:solidFill>
              <a:srgbClr val="EFD89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E9CE6B41-48D6-4A55-9463-98421CB905FE}"/>
                </a:ext>
              </a:extLst>
            </p:cNvPr>
            <p:cNvSpPr/>
            <p:nvPr/>
          </p:nvSpPr>
          <p:spPr>
            <a:xfrm>
              <a:off x="1836841" y="1766577"/>
              <a:ext cx="6537941" cy="1649722"/>
            </a:xfrm>
            <a:custGeom>
              <a:avLst/>
              <a:gdLst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153257 w 6582558"/>
                <a:gd name="connsiteY18" fmla="*/ 1036154 h 1649722"/>
                <a:gd name="connsiteX19" fmla="*/ 246126 w 6582558"/>
                <a:gd name="connsiteY19" fmla="*/ 1045679 h 1649722"/>
                <a:gd name="connsiteX20" fmla="*/ 381857 w 6582558"/>
                <a:gd name="connsiteY20" fmla="*/ 1086161 h 1649722"/>
                <a:gd name="connsiteX21" fmla="*/ 524732 w 6582558"/>
                <a:gd name="connsiteY21" fmla="*/ 1198079 h 1649722"/>
                <a:gd name="connsiteX22" fmla="*/ 634270 w 6582558"/>
                <a:gd name="connsiteY22" fmla="*/ 1288567 h 1649722"/>
                <a:gd name="connsiteX23" fmla="*/ 505682 w 6582558"/>
                <a:gd name="connsiteY23" fmla="*/ 1176648 h 1649722"/>
                <a:gd name="connsiteX24" fmla="*/ 412814 w 6582558"/>
                <a:gd name="connsiteY24" fmla="*/ 1098067 h 1649722"/>
                <a:gd name="connsiteX25" fmla="*/ 267557 w 6582558"/>
                <a:gd name="connsiteY25" fmla="*/ 1040917 h 1649722"/>
                <a:gd name="connsiteX26" fmla="*/ 150876 w 6582558"/>
                <a:gd name="connsiteY26" fmla="*/ 1021867 h 1649722"/>
                <a:gd name="connsiteX27" fmla="*/ 128067 w 6582558"/>
                <a:gd name="connsiteY27" fmla="*/ 1019161 h 1649722"/>
                <a:gd name="connsiteX28" fmla="*/ 116558 w 6582558"/>
                <a:gd name="connsiteY28" fmla="*/ 1012718 h 1649722"/>
                <a:gd name="connsiteX29" fmla="*/ 21494 w 6582558"/>
                <a:gd name="connsiteY29" fmla="*/ 968684 h 1649722"/>
                <a:gd name="connsiteX30" fmla="*/ 42925 w 6582558"/>
                <a:gd name="connsiteY30" fmla="*/ 849622 h 1649722"/>
                <a:gd name="connsiteX31" fmla="*/ 430275 w 6582558"/>
                <a:gd name="connsiteY31" fmla="*/ 633722 h 1649722"/>
                <a:gd name="connsiteX32" fmla="*/ 1173225 w 6582558"/>
                <a:gd name="connsiteY32" fmla="*/ 367022 h 1649722"/>
                <a:gd name="connsiteX33" fmla="*/ 1992375 w 6582558"/>
                <a:gd name="connsiteY33" fmla="*/ 113022 h 1649722"/>
                <a:gd name="connsiteX34" fmla="*/ 2921361 w 6582558"/>
                <a:gd name="connsiteY34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153257 w 6582558"/>
                <a:gd name="connsiteY18" fmla="*/ 1036154 h 1649722"/>
                <a:gd name="connsiteX19" fmla="*/ 246126 w 6582558"/>
                <a:gd name="connsiteY19" fmla="*/ 1045679 h 1649722"/>
                <a:gd name="connsiteX20" fmla="*/ 381857 w 6582558"/>
                <a:gd name="connsiteY20" fmla="*/ 1086161 h 1649722"/>
                <a:gd name="connsiteX21" fmla="*/ 524732 w 6582558"/>
                <a:gd name="connsiteY21" fmla="*/ 1198079 h 1649722"/>
                <a:gd name="connsiteX22" fmla="*/ 634270 w 6582558"/>
                <a:gd name="connsiteY22" fmla="*/ 1288567 h 1649722"/>
                <a:gd name="connsiteX23" fmla="*/ 505682 w 6582558"/>
                <a:gd name="connsiteY23" fmla="*/ 1176648 h 1649722"/>
                <a:gd name="connsiteX24" fmla="*/ 412814 w 6582558"/>
                <a:gd name="connsiteY24" fmla="*/ 1098067 h 1649722"/>
                <a:gd name="connsiteX25" fmla="*/ 267557 w 6582558"/>
                <a:gd name="connsiteY25" fmla="*/ 1040917 h 1649722"/>
                <a:gd name="connsiteX26" fmla="*/ 128067 w 6582558"/>
                <a:gd name="connsiteY26" fmla="*/ 1019161 h 1649722"/>
                <a:gd name="connsiteX27" fmla="*/ 116558 w 6582558"/>
                <a:gd name="connsiteY27" fmla="*/ 1012718 h 1649722"/>
                <a:gd name="connsiteX28" fmla="*/ 21494 w 6582558"/>
                <a:gd name="connsiteY28" fmla="*/ 968684 h 1649722"/>
                <a:gd name="connsiteX29" fmla="*/ 42925 w 6582558"/>
                <a:gd name="connsiteY29" fmla="*/ 849622 h 1649722"/>
                <a:gd name="connsiteX30" fmla="*/ 430275 w 6582558"/>
                <a:gd name="connsiteY30" fmla="*/ 633722 h 1649722"/>
                <a:gd name="connsiteX31" fmla="*/ 1173225 w 6582558"/>
                <a:gd name="connsiteY31" fmla="*/ 367022 h 1649722"/>
                <a:gd name="connsiteX32" fmla="*/ 1992375 w 6582558"/>
                <a:gd name="connsiteY32" fmla="*/ 113022 h 1649722"/>
                <a:gd name="connsiteX33" fmla="*/ 2921361 w 6582558"/>
                <a:gd name="connsiteY33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246126 w 6582558"/>
                <a:gd name="connsiteY18" fmla="*/ 1045679 h 1649722"/>
                <a:gd name="connsiteX19" fmla="*/ 381857 w 6582558"/>
                <a:gd name="connsiteY19" fmla="*/ 1086161 h 1649722"/>
                <a:gd name="connsiteX20" fmla="*/ 524732 w 6582558"/>
                <a:gd name="connsiteY20" fmla="*/ 1198079 h 1649722"/>
                <a:gd name="connsiteX21" fmla="*/ 634270 w 6582558"/>
                <a:gd name="connsiteY21" fmla="*/ 1288567 h 1649722"/>
                <a:gd name="connsiteX22" fmla="*/ 505682 w 6582558"/>
                <a:gd name="connsiteY22" fmla="*/ 1176648 h 1649722"/>
                <a:gd name="connsiteX23" fmla="*/ 412814 w 6582558"/>
                <a:gd name="connsiteY23" fmla="*/ 1098067 h 1649722"/>
                <a:gd name="connsiteX24" fmla="*/ 267557 w 6582558"/>
                <a:gd name="connsiteY24" fmla="*/ 1040917 h 1649722"/>
                <a:gd name="connsiteX25" fmla="*/ 128067 w 6582558"/>
                <a:gd name="connsiteY25" fmla="*/ 1019161 h 1649722"/>
                <a:gd name="connsiteX26" fmla="*/ 116558 w 6582558"/>
                <a:gd name="connsiteY26" fmla="*/ 1012718 h 1649722"/>
                <a:gd name="connsiteX27" fmla="*/ 21494 w 6582558"/>
                <a:gd name="connsiteY27" fmla="*/ 968684 h 1649722"/>
                <a:gd name="connsiteX28" fmla="*/ 42925 w 6582558"/>
                <a:gd name="connsiteY28" fmla="*/ 849622 h 1649722"/>
                <a:gd name="connsiteX29" fmla="*/ 430275 w 6582558"/>
                <a:gd name="connsiteY29" fmla="*/ 633722 h 1649722"/>
                <a:gd name="connsiteX30" fmla="*/ 1173225 w 6582558"/>
                <a:gd name="connsiteY30" fmla="*/ 367022 h 1649722"/>
                <a:gd name="connsiteX31" fmla="*/ 1992375 w 6582558"/>
                <a:gd name="connsiteY31" fmla="*/ 113022 h 1649722"/>
                <a:gd name="connsiteX32" fmla="*/ 2921361 w 6582558"/>
                <a:gd name="connsiteY32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246126 w 6582558"/>
                <a:gd name="connsiteY17" fmla="*/ 1045679 h 1649722"/>
                <a:gd name="connsiteX18" fmla="*/ 381857 w 6582558"/>
                <a:gd name="connsiteY18" fmla="*/ 1086161 h 1649722"/>
                <a:gd name="connsiteX19" fmla="*/ 524732 w 6582558"/>
                <a:gd name="connsiteY19" fmla="*/ 1198079 h 1649722"/>
                <a:gd name="connsiteX20" fmla="*/ 634270 w 6582558"/>
                <a:gd name="connsiteY20" fmla="*/ 1288567 h 1649722"/>
                <a:gd name="connsiteX21" fmla="*/ 505682 w 6582558"/>
                <a:gd name="connsiteY21" fmla="*/ 1176648 h 1649722"/>
                <a:gd name="connsiteX22" fmla="*/ 412814 w 6582558"/>
                <a:gd name="connsiteY22" fmla="*/ 1098067 h 1649722"/>
                <a:gd name="connsiteX23" fmla="*/ 267557 w 6582558"/>
                <a:gd name="connsiteY23" fmla="*/ 1040917 h 1649722"/>
                <a:gd name="connsiteX24" fmla="*/ 128067 w 6582558"/>
                <a:gd name="connsiteY24" fmla="*/ 1019161 h 1649722"/>
                <a:gd name="connsiteX25" fmla="*/ 116558 w 6582558"/>
                <a:gd name="connsiteY25" fmla="*/ 1012718 h 1649722"/>
                <a:gd name="connsiteX26" fmla="*/ 21494 w 6582558"/>
                <a:gd name="connsiteY26" fmla="*/ 968684 h 1649722"/>
                <a:gd name="connsiteX27" fmla="*/ 42925 w 6582558"/>
                <a:gd name="connsiteY27" fmla="*/ 849622 h 1649722"/>
                <a:gd name="connsiteX28" fmla="*/ 430275 w 6582558"/>
                <a:gd name="connsiteY28" fmla="*/ 633722 h 1649722"/>
                <a:gd name="connsiteX29" fmla="*/ 1173225 w 6582558"/>
                <a:gd name="connsiteY29" fmla="*/ 367022 h 1649722"/>
                <a:gd name="connsiteX30" fmla="*/ 1992375 w 6582558"/>
                <a:gd name="connsiteY30" fmla="*/ 113022 h 1649722"/>
                <a:gd name="connsiteX31" fmla="*/ 2921361 w 6582558"/>
                <a:gd name="connsiteY31" fmla="*/ 1103 h 1649722"/>
                <a:gd name="connsiteX0" fmla="*/ 2909914 w 6571111"/>
                <a:gd name="connsiteY0" fmla="*/ 1103 h 1649722"/>
                <a:gd name="connsiteX1" fmla="*/ 3250928 w 6571111"/>
                <a:gd name="connsiteY1" fmla="*/ 11422 h 1649722"/>
                <a:gd name="connsiteX2" fmla="*/ 4705078 w 6571111"/>
                <a:gd name="connsiteY2" fmla="*/ 367022 h 1649722"/>
                <a:gd name="connsiteX3" fmla="*/ 5441678 w 6571111"/>
                <a:gd name="connsiteY3" fmla="*/ 557522 h 1649722"/>
                <a:gd name="connsiteX4" fmla="*/ 5962378 w 6571111"/>
                <a:gd name="connsiteY4" fmla="*/ 646422 h 1649722"/>
                <a:gd name="connsiteX5" fmla="*/ 6311628 w 6571111"/>
                <a:gd name="connsiteY5" fmla="*/ 551172 h 1649722"/>
                <a:gd name="connsiteX6" fmla="*/ 6552928 w 6571111"/>
                <a:gd name="connsiteY6" fmla="*/ 665472 h 1649722"/>
                <a:gd name="connsiteX7" fmla="*/ 6521178 w 6571111"/>
                <a:gd name="connsiteY7" fmla="*/ 1243322 h 1649722"/>
                <a:gd name="connsiteX8" fmla="*/ 6260828 w 6571111"/>
                <a:gd name="connsiteY8" fmla="*/ 1262372 h 1649722"/>
                <a:gd name="connsiteX9" fmla="*/ 5841728 w 6571111"/>
                <a:gd name="connsiteY9" fmla="*/ 1154422 h 1649722"/>
                <a:gd name="connsiteX10" fmla="*/ 5194028 w 6571111"/>
                <a:gd name="connsiteY10" fmla="*/ 1325872 h 1649722"/>
                <a:gd name="connsiteX11" fmla="*/ 4393928 w 6571111"/>
                <a:gd name="connsiteY11" fmla="*/ 1605272 h 1649722"/>
                <a:gd name="connsiteX12" fmla="*/ 3301728 w 6571111"/>
                <a:gd name="connsiteY12" fmla="*/ 1649722 h 1649722"/>
                <a:gd name="connsiteX13" fmla="*/ 2031728 w 6571111"/>
                <a:gd name="connsiteY13" fmla="*/ 1630672 h 1649722"/>
                <a:gd name="connsiteX14" fmla="*/ 863328 w 6571111"/>
                <a:gd name="connsiteY14" fmla="*/ 1433822 h 1649722"/>
                <a:gd name="connsiteX15" fmla="*/ 217215 w 6571111"/>
                <a:gd name="connsiteY15" fmla="*/ 1145691 h 1649722"/>
                <a:gd name="connsiteX16" fmla="*/ 147118 w 6571111"/>
                <a:gd name="connsiteY16" fmla="*/ 1051575 h 1649722"/>
                <a:gd name="connsiteX17" fmla="*/ 234679 w 6571111"/>
                <a:gd name="connsiteY17" fmla="*/ 1045679 h 1649722"/>
                <a:gd name="connsiteX18" fmla="*/ 370410 w 6571111"/>
                <a:gd name="connsiteY18" fmla="*/ 1086161 h 1649722"/>
                <a:gd name="connsiteX19" fmla="*/ 513285 w 6571111"/>
                <a:gd name="connsiteY19" fmla="*/ 1198079 h 1649722"/>
                <a:gd name="connsiteX20" fmla="*/ 622823 w 6571111"/>
                <a:gd name="connsiteY20" fmla="*/ 1288567 h 1649722"/>
                <a:gd name="connsiteX21" fmla="*/ 494235 w 6571111"/>
                <a:gd name="connsiteY21" fmla="*/ 1176648 h 1649722"/>
                <a:gd name="connsiteX22" fmla="*/ 401367 w 6571111"/>
                <a:gd name="connsiteY22" fmla="*/ 1098067 h 1649722"/>
                <a:gd name="connsiteX23" fmla="*/ 256110 w 6571111"/>
                <a:gd name="connsiteY23" fmla="*/ 1040917 h 1649722"/>
                <a:gd name="connsiteX24" fmla="*/ 116620 w 6571111"/>
                <a:gd name="connsiteY24" fmla="*/ 1019161 h 1649722"/>
                <a:gd name="connsiteX25" fmla="*/ 105111 w 6571111"/>
                <a:gd name="connsiteY25" fmla="*/ 1012718 h 1649722"/>
                <a:gd name="connsiteX26" fmla="*/ 35447 w 6571111"/>
                <a:gd name="connsiteY26" fmla="*/ 965509 h 1649722"/>
                <a:gd name="connsiteX27" fmla="*/ 31478 w 6571111"/>
                <a:gd name="connsiteY27" fmla="*/ 849622 h 1649722"/>
                <a:gd name="connsiteX28" fmla="*/ 418828 w 6571111"/>
                <a:gd name="connsiteY28" fmla="*/ 633722 h 1649722"/>
                <a:gd name="connsiteX29" fmla="*/ 1161778 w 6571111"/>
                <a:gd name="connsiteY29" fmla="*/ 367022 h 1649722"/>
                <a:gd name="connsiteX30" fmla="*/ 1980928 w 6571111"/>
                <a:gd name="connsiteY30" fmla="*/ 113022 h 1649722"/>
                <a:gd name="connsiteX31" fmla="*/ 2909914 w 6571111"/>
                <a:gd name="connsiteY31" fmla="*/ 1103 h 1649722"/>
                <a:gd name="connsiteX0" fmla="*/ 2874514 w 6535711"/>
                <a:gd name="connsiteY0" fmla="*/ 1103 h 1649722"/>
                <a:gd name="connsiteX1" fmla="*/ 3215528 w 6535711"/>
                <a:gd name="connsiteY1" fmla="*/ 11422 h 1649722"/>
                <a:gd name="connsiteX2" fmla="*/ 4669678 w 6535711"/>
                <a:gd name="connsiteY2" fmla="*/ 367022 h 1649722"/>
                <a:gd name="connsiteX3" fmla="*/ 5406278 w 6535711"/>
                <a:gd name="connsiteY3" fmla="*/ 557522 h 1649722"/>
                <a:gd name="connsiteX4" fmla="*/ 5926978 w 6535711"/>
                <a:gd name="connsiteY4" fmla="*/ 646422 h 1649722"/>
                <a:gd name="connsiteX5" fmla="*/ 6276228 w 6535711"/>
                <a:gd name="connsiteY5" fmla="*/ 551172 h 1649722"/>
                <a:gd name="connsiteX6" fmla="*/ 6517528 w 6535711"/>
                <a:gd name="connsiteY6" fmla="*/ 665472 h 1649722"/>
                <a:gd name="connsiteX7" fmla="*/ 6485778 w 6535711"/>
                <a:gd name="connsiteY7" fmla="*/ 1243322 h 1649722"/>
                <a:gd name="connsiteX8" fmla="*/ 6225428 w 6535711"/>
                <a:gd name="connsiteY8" fmla="*/ 1262372 h 1649722"/>
                <a:gd name="connsiteX9" fmla="*/ 5806328 w 6535711"/>
                <a:gd name="connsiteY9" fmla="*/ 1154422 h 1649722"/>
                <a:gd name="connsiteX10" fmla="*/ 5158628 w 6535711"/>
                <a:gd name="connsiteY10" fmla="*/ 1325872 h 1649722"/>
                <a:gd name="connsiteX11" fmla="*/ 4358528 w 6535711"/>
                <a:gd name="connsiteY11" fmla="*/ 1605272 h 1649722"/>
                <a:gd name="connsiteX12" fmla="*/ 3266328 w 6535711"/>
                <a:gd name="connsiteY12" fmla="*/ 1649722 h 1649722"/>
                <a:gd name="connsiteX13" fmla="*/ 1996328 w 6535711"/>
                <a:gd name="connsiteY13" fmla="*/ 1630672 h 1649722"/>
                <a:gd name="connsiteX14" fmla="*/ 827928 w 6535711"/>
                <a:gd name="connsiteY14" fmla="*/ 1433822 h 1649722"/>
                <a:gd name="connsiteX15" fmla="*/ 181815 w 6535711"/>
                <a:gd name="connsiteY15" fmla="*/ 1145691 h 1649722"/>
                <a:gd name="connsiteX16" fmla="*/ 111718 w 6535711"/>
                <a:gd name="connsiteY16" fmla="*/ 1051575 h 1649722"/>
                <a:gd name="connsiteX17" fmla="*/ 199279 w 6535711"/>
                <a:gd name="connsiteY17" fmla="*/ 1045679 h 1649722"/>
                <a:gd name="connsiteX18" fmla="*/ 335010 w 6535711"/>
                <a:gd name="connsiteY18" fmla="*/ 1086161 h 1649722"/>
                <a:gd name="connsiteX19" fmla="*/ 477885 w 6535711"/>
                <a:gd name="connsiteY19" fmla="*/ 1198079 h 1649722"/>
                <a:gd name="connsiteX20" fmla="*/ 587423 w 6535711"/>
                <a:gd name="connsiteY20" fmla="*/ 1288567 h 1649722"/>
                <a:gd name="connsiteX21" fmla="*/ 458835 w 6535711"/>
                <a:gd name="connsiteY21" fmla="*/ 1176648 h 1649722"/>
                <a:gd name="connsiteX22" fmla="*/ 365967 w 6535711"/>
                <a:gd name="connsiteY22" fmla="*/ 1098067 h 1649722"/>
                <a:gd name="connsiteX23" fmla="*/ 220710 w 6535711"/>
                <a:gd name="connsiteY23" fmla="*/ 1040917 h 1649722"/>
                <a:gd name="connsiteX24" fmla="*/ 81220 w 6535711"/>
                <a:gd name="connsiteY24" fmla="*/ 1019161 h 1649722"/>
                <a:gd name="connsiteX25" fmla="*/ 69711 w 6535711"/>
                <a:gd name="connsiteY25" fmla="*/ 1012718 h 1649722"/>
                <a:gd name="connsiteX26" fmla="*/ 47 w 6535711"/>
                <a:gd name="connsiteY26" fmla="*/ 965509 h 1649722"/>
                <a:gd name="connsiteX27" fmla="*/ 78628 w 6535711"/>
                <a:gd name="connsiteY27" fmla="*/ 811522 h 1649722"/>
                <a:gd name="connsiteX28" fmla="*/ 383428 w 6535711"/>
                <a:gd name="connsiteY28" fmla="*/ 633722 h 1649722"/>
                <a:gd name="connsiteX29" fmla="*/ 1126378 w 6535711"/>
                <a:gd name="connsiteY29" fmla="*/ 367022 h 1649722"/>
                <a:gd name="connsiteX30" fmla="*/ 1945528 w 6535711"/>
                <a:gd name="connsiteY30" fmla="*/ 113022 h 1649722"/>
                <a:gd name="connsiteX31" fmla="*/ 2874514 w 6535711"/>
                <a:gd name="connsiteY31" fmla="*/ 1103 h 1649722"/>
                <a:gd name="connsiteX0" fmla="*/ 2876744 w 6537941"/>
                <a:gd name="connsiteY0" fmla="*/ 1103 h 1649722"/>
                <a:gd name="connsiteX1" fmla="*/ 3217758 w 6537941"/>
                <a:gd name="connsiteY1" fmla="*/ 11422 h 1649722"/>
                <a:gd name="connsiteX2" fmla="*/ 4671908 w 6537941"/>
                <a:gd name="connsiteY2" fmla="*/ 367022 h 1649722"/>
                <a:gd name="connsiteX3" fmla="*/ 5408508 w 6537941"/>
                <a:gd name="connsiteY3" fmla="*/ 557522 h 1649722"/>
                <a:gd name="connsiteX4" fmla="*/ 5929208 w 6537941"/>
                <a:gd name="connsiteY4" fmla="*/ 646422 h 1649722"/>
                <a:gd name="connsiteX5" fmla="*/ 6278458 w 6537941"/>
                <a:gd name="connsiteY5" fmla="*/ 551172 h 1649722"/>
                <a:gd name="connsiteX6" fmla="*/ 6519758 w 6537941"/>
                <a:gd name="connsiteY6" fmla="*/ 665472 h 1649722"/>
                <a:gd name="connsiteX7" fmla="*/ 6488008 w 6537941"/>
                <a:gd name="connsiteY7" fmla="*/ 1243322 h 1649722"/>
                <a:gd name="connsiteX8" fmla="*/ 6227658 w 6537941"/>
                <a:gd name="connsiteY8" fmla="*/ 1262372 h 1649722"/>
                <a:gd name="connsiteX9" fmla="*/ 5808558 w 6537941"/>
                <a:gd name="connsiteY9" fmla="*/ 1154422 h 1649722"/>
                <a:gd name="connsiteX10" fmla="*/ 5160858 w 6537941"/>
                <a:gd name="connsiteY10" fmla="*/ 1325872 h 1649722"/>
                <a:gd name="connsiteX11" fmla="*/ 4360758 w 6537941"/>
                <a:gd name="connsiteY11" fmla="*/ 1605272 h 1649722"/>
                <a:gd name="connsiteX12" fmla="*/ 3268558 w 6537941"/>
                <a:gd name="connsiteY12" fmla="*/ 1649722 h 1649722"/>
                <a:gd name="connsiteX13" fmla="*/ 1998558 w 6537941"/>
                <a:gd name="connsiteY13" fmla="*/ 1630672 h 1649722"/>
                <a:gd name="connsiteX14" fmla="*/ 830158 w 6537941"/>
                <a:gd name="connsiteY14" fmla="*/ 1433822 h 1649722"/>
                <a:gd name="connsiteX15" fmla="*/ 184045 w 6537941"/>
                <a:gd name="connsiteY15" fmla="*/ 1145691 h 1649722"/>
                <a:gd name="connsiteX16" fmla="*/ 113948 w 6537941"/>
                <a:gd name="connsiteY16" fmla="*/ 1051575 h 1649722"/>
                <a:gd name="connsiteX17" fmla="*/ 201509 w 6537941"/>
                <a:gd name="connsiteY17" fmla="*/ 1045679 h 1649722"/>
                <a:gd name="connsiteX18" fmla="*/ 337240 w 6537941"/>
                <a:gd name="connsiteY18" fmla="*/ 1086161 h 1649722"/>
                <a:gd name="connsiteX19" fmla="*/ 480115 w 6537941"/>
                <a:gd name="connsiteY19" fmla="*/ 1198079 h 1649722"/>
                <a:gd name="connsiteX20" fmla="*/ 589653 w 6537941"/>
                <a:gd name="connsiteY20" fmla="*/ 1288567 h 1649722"/>
                <a:gd name="connsiteX21" fmla="*/ 461065 w 6537941"/>
                <a:gd name="connsiteY21" fmla="*/ 1176648 h 1649722"/>
                <a:gd name="connsiteX22" fmla="*/ 368197 w 6537941"/>
                <a:gd name="connsiteY22" fmla="*/ 1098067 h 1649722"/>
                <a:gd name="connsiteX23" fmla="*/ 222940 w 6537941"/>
                <a:gd name="connsiteY23" fmla="*/ 1040917 h 1649722"/>
                <a:gd name="connsiteX24" fmla="*/ 83450 w 6537941"/>
                <a:gd name="connsiteY24" fmla="*/ 1019161 h 1649722"/>
                <a:gd name="connsiteX25" fmla="*/ 71941 w 6537941"/>
                <a:gd name="connsiteY25" fmla="*/ 1012718 h 1649722"/>
                <a:gd name="connsiteX26" fmla="*/ 2277 w 6537941"/>
                <a:gd name="connsiteY26" fmla="*/ 965509 h 1649722"/>
                <a:gd name="connsiteX27" fmla="*/ 150708 w 6537941"/>
                <a:gd name="connsiteY27" fmla="*/ 789297 h 1649722"/>
                <a:gd name="connsiteX28" fmla="*/ 385658 w 6537941"/>
                <a:gd name="connsiteY28" fmla="*/ 633722 h 1649722"/>
                <a:gd name="connsiteX29" fmla="*/ 1128608 w 6537941"/>
                <a:gd name="connsiteY29" fmla="*/ 367022 h 1649722"/>
                <a:gd name="connsiteX30" fmla="*/ 1947758 w 6537941"/>
                <a:gd name="connsiteY30" fmla="*/ 113022 h 1649722"/>
                <a:gd name="connsiteX31" fmla="*/ 2876744 w 6537941"/>
                <a:gd name="connsiteY31" fmla="*/ 1103 h 1649722"/>
                <a:gd name="connsiteX0" fmla="*/ 2876744 w 6537941"/>
                <a:gd name="connsiteY0" fmla="*/ 1103 h 1649722"/>
                <a:gd name="connsiteX1" fmla="*/ 3217758 w 6537941"/>
                <a:gd name="connsiteY1" fmla="*/ 11422 h 1649722"/>
                <a:gd name="connsiteX2" fmla="*/ 4671908 w 6537941"/>
                <a:gd name="connsiteY2" fmla="*/ 367022 h 1649722"/>
                <a:gd name="connsiteX3" fmla="*/ 5408508 w 6537941"/>
                <a:gd name="connsiteY3" fmla="*/ 557522 h 1649722"/>
                <a:gd name="connsiteX4" fmla="*/ 5929208 w 6537941"/>
                <a:gd name="connsiteY4" fmla="*/ 646422 h 1649722"/>
                <a:gd name="connsiteX5" fmla="*/ 6278458 w 6537941"/>
                <a:gd name="connsiteY5" fmla="*/ 551172 h 1649722"/>
                <a:gd name="connsiteX6" fmla="*/ 6519758 w 6537941"/>
                <a:gd name="connsiteY6" fmla="*/ 665472 h 1649722"/>
                <a:gd name="connsiteX7" fmla="*/ 6488008 w 6537941"/>
                <a:gd name="connsiteY7" fmla="*/ 1243322 h 1649722"/>
                <a:gd name="connsiteX8" fmla="*/ 6227658 w 6537941"/>
                <a:gd name="connsiteY8" fmla="*/ 1262372 h 1649722"/>
                <a:gd name="connsiteX9" fmla="*/ 5808558 w 6537941"/>
                <a:gd name="connsiteY9" fmla="*/ 1154422 h 1649722"/>
                <a:gd name="connsiteX10" fmla="*/ 5160858 w 6537941"/>
                <a:gd name="connsiteY10" fmla="*/ 1325872 h 1649722"/>
                <a:gd name="connsiteX11" fmla="*/ 4360758 w 6537941"/>
                <a:gd name="connsiteY11" fmla="*/ 1605272 h 1649722"/>
                <a:gd name="connsiteX12" fmla="*/ 3268558 w 6537941"/>
                <a:gd name="connsiteY12" fmla="*/ 1649722 h 1649722"/>
                <a:gd name="connsiteX13" fmla="*/ 1998558 w 6537941"/>
                <a:gd name="connsiteY13" fmla="*/ 1630672 h 1649722"/>
                <a:gd name="connsiteX14" fmla="*/ 830158 w 6537941"/>
                <a:gd name="connsiteY14" fmla="*/ 1433822 h 1649722"/>
                <a:gd name="connsiteX15" fmla="*/ 184045 w 6537941"/>
                <a:gd name="connsiteY15" fmla="*/ 1145691 h 1649722"/>
                <a:gd name="connsiteX16" fmla="*/ 113948 w 6537941"/>
                <a:gd name="connsiteY16" fmla="*/ 1051575 h 1649722"/>
                <a:gd name="connsiteX17" fmla="*/ 201509 w 6537941"/>
                <a:gd name="connsiteY17" fmla="*/ 1045679 h 1649722"/>
                <a:gd name="connsiteX18" fmla="*/ 337240 w 6537941"/>
                <a:gd name="connsiteY18" fmla="*/ 1086161 h 1649722"/>
                <a:gd name="connsiteX19" fmla="*/ 480115 w 6537941"/>
                <a:gd name="connsiteY19" fmla="*/ 1198079 h 1649722"/>
                <a:gd name="connsiteX20" fmla="*/ 589653 w 6537941"/>
                <a:gd name="connsiteY20" fmla="*/ 1288567 h 1649722"/>
                <a:gd name="connsiteX21" fmla="*/ 461065 w 6537941"/>
                <a:gd name="connsiteY21" fmla="*/ 1176648 h 1649722"/>
                <a:gd name="connsiteX22" fmla="*/ 368197 w 6537941"/>
                <a:gd name="connsiteY22" fmla="*/ 1098067 h 1649722"/>
                <a:gd name="connsiteX23" fmla="*/ 222940 w 6537941"/>
                <a:gd name="connsiteY23" fmla="*/ 1040917 h 1649722"/>
                <a:gd name="connsiteX24" fmla="*/ 83450 w 6537941"/>
                <a:gd name="connsiteY24" fmla="*/ 1019161 h 1649722"/>
                <a:gd name="connsiteX25" fmla="*/ 71941 w 6537941"/>
                <a:gd name="connsiteY25" fmla="*/ 1012718 h 1649722"/>
                <a:gd name="connsiteX26" fmla="*/ 2277 w 6537941"/>
                <a:gd name="connsiteY26" fmla="*/ 965509 h 1649722"/>
                <a:gd name="connsiteX27" fmla="*/ 150708 w 6537941"/>
                <a:gd name="connsiteY27" fmla="*/ 789297 h 1649722"/>
                <a:gd name="connsiteX28" fmla="*/ 572983 w 6537941"/>
                <a:gd name="connsiteY28" fmla="*/ 573397 h 1649722"/>
                <a:gd name="connsiteX29" fmla="*/ 1128608 w 6537941"/>
                <a:gd name="connsiteY29" fmla="*/ 367022 h 1649722"/>
                <a:gd name="connsiteX30" fmla="*/ 1947758 w 6537941"/>
                <a:gd name="connsiteY30" fmla="*/ 113022 h 1649722"/>
                <a:gd name="connsiteX31" fmla="*/ 2876744 w 6537941"/>
                <a:gd name="connsiteY31" fmla="*/ 1103 h 164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37941" h="1649722">
                  <a:moveTo>
                    <a:pt x="2876744" y="1103"/>
                  </a:moveTo>
                  <a:cubicBezTo>
                    <a:pt x="2989886" y="-1807"/>
                    <a:pt x="3104252" y="839"/>
                    <a:pt x="3217758" y="11422"/>
                  </a:cubicBezTo>
                  <a:cubicBezTo>
                    <a:pt x="3671783" y="53755"/>
                    <a:pt x="4306783" y="276005"/>
                    <a:pt x="4671908" y="367022"/>
                  </a:cubicBezTo>
                  <a:cubicBezTo>
                    <a:pt x="5037033" y="458039"/>
                    <a:pt x="5198958" y="510955"/>
                    <a:pt x="5408508" y="557522"/>
                  </a:cubicBezTo>
                  <a:cubicBezTo>
                    <a:pt x="5618058" y="604089"/>
                    <a:pt x="5784216" y="647480"/>
                    <a:pt x="5929208" y="646422"/>
                  </a:cubicBezTo>
                  <a:cubicBezTo>
                    <a:pt x="6074200" y="645364"/>
                    <a:pt x="6180033" y="547997"/>
                    <a:pt x="6278458" y="551172"/>
                  </a:cubicBezTo>
                  <a:cubicBezTo>
                    <a:pt x="6376883" y="554347"/>
                    <a:pt x="6484833" y="550114"/>
                    <a:pt x="6519758" y="665472"/>
                  </a:cubicBezTo>
                  <a:cubicBezTo>
                    <a:pt x="6554683" y="780830"/>
                    <a:pt x="6536691" y="1143839"/>
                    <a:pt x="6488008" y="1243322"/>
                  </a:cubicBezTo>
                  <a:cubicBezTo>
                    <a:pt x="6439325" y="1342805"/>
                    <a:pt x="6340900" y="1277189"/>
                    <a:pt x="6227658" y="1262372"/>
                  </a:cubicBezTo>
                  <a:cubicBezTo>
                    <a:pt x="6114416" y="1247555"/>
                    <a:pt x="5986358" y="1143839"/>
                    <a:pt x="5808558" y="1154422"/>
                  </a:cubicBezTo>
                  <a:cubicBezTo>
                    <a:pt x="5630758" y="1165005"/>
                    <a:pt x="5402158" y="1250730"/>
                    <a:pt x="5160858" y="1325872"/>
                  </a:cubicBezTo>
                  <a:cubicBezTo>
                    <a:pt x="4919558" y="1401014"/>
                    <a:pt x="4676141" y="1551297"/>
                    <a:pt x="4360758" y="1605272"/>
                  </a:cubicBezTo>
                  <a:cubicBezTo>
                    <a:pt x="4045375" y="1659247"/>
                    <a:pt x="3662258" y="1645489"/>
                    <a:pt x="3268558" y="1649722"/>
                  </a:cubicBezTo>
                  <a:lnTo>
                    <a:pt x="1998558" y="1630672"/>
                  </a:lnTo>
                  <a:cubicBezTo>
                    <a:pt x="1592158" y="1594689"/>
                    <a:pt x="1132577" y="1514652"/>
                    <a:pt x="830158" y="1433822"/>
                  </a:cubicBezTo>
                  <a:cubicBezTo>
                    <a:pt x="527739" y="1352992"/>
                    <a:pt x="305092" y="1212895"/>
                    <a:pt x="184045" y="1145691"/>
                  </a:cubicBezTo>
                  <a:cubicBezTo>
                    <a:pt x="93260" y="1095288"/>
                    <a:pt x="112980" y="1072343"/>
                    <a:pt x="113948" y="1051575"/>
                  </a:cubicBezTo>
                  <a:lnTo>
                    <a:pt x="201509" y="1045679"/>
                  </a:lnTo>
                  <a:cubicBezTo>
                    <a:pt x="239609" y="1054013"/>
                    <a:pt x="290806" y="1060761"/>
                    <a:pt x="337240" y="1086161"/>
                  </a:cubicBezTo>
                  <a:cubicBezTo>
                    <a:pt x="383674" y="1111561"/>
                    <a:pt x="480115" y="1198079"/>
                    <a:pt x="480115" y="1198079"/>
                  </a:cubicBezTo>
                  <a:cubicBezTo>
                    <a:pt x="522184" y="1231813"/>
                    <a:pt x="592828" y="1292139"/>
                    <a:pt x="589653" y="1288567"/>
                  </a:cubicBezTo>
                  <a:cubicBezTo>
                    <a:pt x="586478" y="1284995"/>
                    <a:pt x="497974" y="1208398"/>
                    <a:pt x="461065" y="1176648"/>
                  </a:cubicBezTo>
                  <a:cubicBezTo>
                    <a:pt x="424156" y="1144898"/>
                    <a:pt x="407884" y="1120689"/>
                    <a:pt x="368197" y="1098067"/>
                  </a:cubicBezTo>
                  <a:cubicBezTo>
                    <a:pt x="328510" y="1075445"/>
                    <a:pt x="270398" y="1054068"/>
                    <a:pt x="222940" y="1040917"/>
                  </a:cubicBezTo>
                  <a:cubicBezTo>
                    <a:pt x="175482" y="1027766"/>
                    <a:pt x="108616" y="1023861"/>
                    <a:pt x="83450" y="1019161"/>
                  </a:cubicBezTo>
                  <a:lnTo>
                    <a:pt x="71941" y="1012718"/>
                  </a:lnTo>
                  <a:cubicBezTo>
                    <a:pt x="35491" y="998226"/>
                    <a:pt x="-10851" y="1002746"/>
                    <a:pt x="2277" y="965509"/>
                  </a:cubicBezTo>
                  <a:cubicBezTo>
                    <a:pt x="15405" y="928272"/>
                    <a:pt x="55590" y="854649"/>
                    <a:pt x="150708" y="789297"/>
                  </a:cubicBezTo>
                  <a:cubicBezTo>
                    <a:pt x="245826" y="723945"/>
                    <a:pt x="410000" y="643776"/>
                    <a:pt x="572983" y="573397"/>
                  </a:cubicBezTo>
                  <a:cubicBezTo>
                    <a:pt x="735966" y="503018"/>
                    <a:pt x="868258" y="453805"/>
                    <a:pt x="1128608" y="367022"/>
                  </a:cubicBezTo>
                  <a:cubicBezTo>
                    <a:pt x="1388958" y="280239"/>
                    <a:pt x="1599566" y="172289"/>
                    <a:pt x="1947758" y="113022"/>
                  </a:cubicBezTo>
                  <a:cubicBezTo>
                    <a:pt x="2208902" y="68572"/>
                    <a:pt x="2537316" y="9835"/>
                    <a:pt x="2876744" y="1103"/>
                  </a:cubicBezTo>
                  <a:close/>
                </a:path>
              </a:pathLst>
            </a:custGeom>
            <a:gradFill>
              <a:gsLst>
                <a:gs pos="38000">
                  <a:srgbClr val="3E3D00"/>
                </a:gs>
                <a:gs pos="84000">
                  <a:srgbClr val="BEB97C"/>
                </a:gs>
                <a:gs pos="100000">
                  <a:srgbClr val="EBE9D5"/>
                </a:gs>
              </a:gsLst>
              <a:lin ang="552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F672E139-1E31-4D83-BE33-A712BFDB3A75}"/>
                </a:ext>
              </a:extLst>
            </p:cNvPr>
            <p:cNvSpPr/>
            <p:nvPr/>
          </p:nvSpPr>
          <p:spPr>
            <a:xfrm>
              <a:off x="1836841" y="2240772"/>
              <a:ext cx="1660509" cy="991013"/>
            </a:xfrm>
            <a:custGeom>
              <a:avLst/>
              <a:gdLst>
                <a:gd name="connsiteX0" fmla="*/ 820331 w 1660509"/>
                <a:gd name="connsiteY0" fmla="*/ 0 h 991013"/>
                <a:gd name="connsiteX1" fmla="*/ 891774 w 1660509"/>
                <a:gd name="connsiteY1" fmla="*/ 12437 h 991013"/>
                <a:gd name="connsiteX2" fmla="*/ 1122259 w 1660509"/>
                <a:gd name="connsiteY2" fmla="*/ 57928 h 991013"/>
                <a:gd name="connsiteX3" fmla="*/ 1433409 w 1660509"/>
                <a:gd name="connsiteY3" fmla="*/ 153178 h 991013"/>
                <a:gd name="connsiteX4" fmla="*/ 1630259 w 1660509"/>
                <a:gd name="connsiteY4" fmla="*/ 400828 h 991013"/>
                <a:gd name="connsiteX5" fmla="*/ 1642959 w 1660509"/>
                <a:gd name="connsiteY5" fmla="*/ 629428 h 991013"/>
                <a:gd name="connsiteX6" fmla="*/ 1465158 w 1660509"/>
                <a:gd name="connsiteY6" fmla="*/ 851678 h 991013"/>
                <a:gd name="connsiteX7" fmla="*/ 1255609 w 1660509"/>
                <a:gd name="connsiteY7" fmla="*/ 934228 h 991013"/>
                <a:gd name="connsiteX8" fmla="*/ 1032516 w 1660509"/>
                <a:gd name="connsiteY8" fmla="*/ 986615 h 991013"/>
                <a:gd name="connsiteX9" fmla="*/ 962941 w 1660509"/>
                <a:gd name="connsiteY9" fmla="*/ 991013 h 991013"/>
                <a:gd name="connsiteX10" fmla="*/ 830158 w 1660509"/>
                <a:gd name="connsiteY10" fmla="*/ 959628 h 991013"/>
                <a:gd name="connsiteX11" fmla="*/ 184045 w 1660509"/>
                <a:gd name="connsiteY11" fmla="*/ 671497 h 991013"/>
                <a:gd name="connsiteX12" fmla="*/ 113948 w 1660509"/>
                <a:gd name="connsiteY12" fmla="*/ 577381 h 991013"/>
                <a:gd name="connsiteX13" fmla="*/ 201509 w 1660509"/>
                <a:gd name="connsiteY13" fmla="*/ 571485 h 991013"/>
                <a:gd name="connsiteX14" fmla="*/ 337240 w 1660509"/>
                <a:gd name="connsiteY14" fmla="*/ 611967 h 991013"/>
                <a:gd name="connsiteX15" fmla="*/ 480115 w 1660509"/>
                <a:gd name="connsiteY15" fmla="*/ 723885 h 991013"/>
                <a:gd name="connsiteX16" fmla="*/ 589653 w 1660509"/>
                <a:gd name="connsiteY16" fmla="*/ 814373 h 991013"/>
                <a:gd name="connsiteX17" fmla="*/ 461065 w 1660509"/>
                <a:gd name="connsiteY17" fmla="*/ 702454 h 991013"/>
                <a:gd name="connsiteX18" fmla="*/ 368197 w 1660509"/>
                <a:gd name="connsiteY18" fmla="*/ 623873 h 991013"/>
                <a:gd name="connsiteX19" fmla="*/ 222940 w 1660509"/>
                <a:gd name="connsiteY19" fmla="*/ 566723 h 991013"/>
                <a:gd name="connsiteX20" fmla="*/ 83450 w 1660509"/>
                <a:gd name="connsiteY20" fmla="*/ 544967 h 991013"/>
                <a:gd name="connsiteX21" fmla="*/ 71941 w 1660509"/>
                <a:gd name="connsiteY21" fmla="*/ 538524 h 991013"/>
                <a:gd name="connsiteX22" fmla="*/ 2277 w 1660509"/>
                <a:gd name="connsiteY22" fmla="*/ 491315 h 991013"/>
                <a:gd name="connsiteX23" fmla="*/ 150708 w 1660509"/>
                <a:gd name="connsiteY23" fmla="*/ 315103 h 991013"/>
                <a:gd name="connsiteX24" fmla="*/ 572983 w 1660509"/>
                <a:gd name="connsiteY24" fmla="*/ 99203 h 991013"/>
                <a:gd name="connsiteX25" fmla="*/ 814283 w 1660509"/>
                <a:gd name="connsiteY25" fmla="*/ 2167 h 99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60509" h="991013">
                  <a:moveTo>
                    <a:pt x="820331" y="0"/>
                  </a:moveTo>
                  <a:lnTo>
                    <a:pt x="891774" y="12437"/>
                  </a:lnTo>
                  <a:cubicBezTo>
                    <a:pt x="990563" y="29850"/>
                    <a:pt x="1095801" y="49197"/>
                    <a:pt x="1122259" y="57928"/>
                  </a:cubicBezTo>
                  <a:cubicBezTo>
                    <a:pt x="1242909" y="76978"/>
                    <a:pt x="1363559" y="121428"/>
                    <a:pt x="1433409" y="153178"/>
                  </a:cubicBezTo>
                  <a:cubicBezTo>
                    <a:pt x="1503259" y="184928"/>
                    <a:pt x="1595334" y="321453"/>
                    <a:pt x="1630259" y="400828"/>
                  </a:cubicBezTo>
                  <a:cubicBezTo>
                    <a:pt x="1665184" y="480203"/>
                    <a:pt x="1670476" y="554286"/>
                    <a:pt x="1642959" y="629428"/>
                  </a:cubicBezTo>
                  <a:cubicBezTo>
                    <a:pt x="1615442" y="704570"/>
                    <a:pt x="1521250" y="799820"/>
                    <a:pt x="1465158" y="851678"/>
                  </a:cubicBezTo>
                  <a:cubicBezTo>
                    <a:pt x="1409066" y="903536"/>
                    <a:pt x="1340275" y="910945"/>
                    <a:pt x="1255609" y="934228"/>
                  </a:cubicBezTo>
                  <a:cubicBezTo>
                    <a:pt x="1192110" y="951690"/>
                    <a:pt x="1110155" y="976296"/>
                    <a:pt x="1032516" y="986615"/>
                  </a:cubicBezTo>
                  <a:lnTo>
                    <a:pt x="962941" y="991013"/>
                  </a:lnTo>
                  <a:lnTo>
                    <a:pt x="830158" y="959628"/>
                  </a:lnTo>
                  <a:cubicBezTo>
                    <a:pt x="527739" y="878798"/>
                    <a:pt x="305092" y="738701"/>
                    <a:pt x="184045" y="671497"/>
                  </a:cubicBezTo>
                  <a:cubicBezTo>
                    <a:pt x="93260" y="621094"/>
                    <a:pt x="112980" y="598149"/>
                    <a:pt x="113948" y="577381"/>
                  </a:cubicBezTo>
                  <a:lnTo>
                    <a:pt x="201509" y="571485"/>
                  </a:lnTo>
                  <a:cubicBezTo>
                    <a:pt x="239609" y="579819"/>
                    <a:pt x="290806" y="586567"/>
                    <a:pt x="337240" y="611967"/>
                  </a:cubicBezTo>
                  <a:cubicBezTo>
                    <a:pt x="383674" y="637367"/>
                    <a:pt x="480115" y="723885"/>
                    <a:pt x="480115" y="723885"/>
                  </a:cubicBezTo>
                  <a:cubicBezTo>
                    <a:pt x="522184" y="757619"/>
                    <a:pt x="592828" y="817945"/>
                    <a:pt x="589653" y="814373"/>
                  </a:cubicBezTo>
                  <a:cubicBezTo>
                    <a:pt x="586478" y="810801"/>
                    <a:pt x="497974" y="734204"/>
                    <a:pt x="461065" y="702454"/>
                  </a:cubicBezTo>
                  <a:cubicBezTo>
                    <a:pt x="424156" y="670704"/>
                    <a:pt x="407884" y="646495"/>
                    <a:pt x="368197" y="623873"/>
                  </a:cubicBezTo>
                  <a:cubicBezTo>
                    <a:pt x="328510" y="601251"/>
                    <a:pt x="270398" y="579874"/>
                    <a:pt x="222940" y="566723"/>
                  </a:cubicBezTo>
                  <a:cubicBezTo>
                    <a:pt x="175482" y="553572"/>
                    <a:pt x="108616" y="549667"/>
                    <a:pt x="83450" y="544967"/>
                  </a:cubicBezTo>
                  <a:lnTo>
                    <a:pt x="71941" y="538524"/>
                  </a:lnTo>
                  <a:cubicBezTo>
                    <a:pt x="35491" y="524032"/>
                    <a:pt x="-10851" y="528552"/>
                    <a:pt x="2277" y="491315"/>
                  </a:cubicBezTo>
                  <a:cubicBezTo>
                    <a:pt x="15405" y="454078"/>
                    <a:pt x="55590" y="380455"/>
                    <a:pt x="150708" y="315103"/>
                  </a:cubicBezTo>
                  <a:cubicBezTo>
                    <a:pt x="245826" y="249751"/>
                    <a:pt x="410000" y="169582"/>
                    <a:pt x="572983" y="99203"/>
                  </a:cubicBezTo>
                  <a:cubicBezTo>
                    <a:pt x="654475" y="64014"/>
                    <a:pt x="728293" y="34116"/>
                    <a:pt x="814283" y="2167"/>
                  </a:cubicBezTo>
                  <a:close/>
                </a:path>
              </a:pathLst>
            </a:custGeom>
            <a:gradFill>
              <a:gsLst>
                <a:gs pos="33000">
                  <a:srgbClr val="3E3D00"/>
                </a:gs>
                <a:gs pos="82000">
                  <a:srgbClr val="BEB97C"/>
                </a:gs>
                <a:gs pos="100000">
                  <a:srgbClr val="EBE9D5"/>
                </a:gs>
              </a:gsLst>
              <a:lin ang="48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8DA28116-EA4F-4FCA-8A2A-52F7F74A1818}"/>
                </a:ext>
              </a:extLst>
            </p:cNvPr>
            <p:cNvSpPr/>
            <p:nvPr/>
          </p:nvSpPr>
          <p:spPr>
            <a:xfrm>
              <a:off x="2794001" y="2298699"/>
              <a:ext cx="703350" cy="933539"/>
            </a:xfrm>
            <a:custGeom>
              <a:avLst/>
              <a:gdLst>
                <a:gd name="connsiteX0" fmla="*/ 0 w 650907"/>
                <a:gd name="connsiteY0" fmla="*/ 933450 h 934222"/>
                <a:gd name="connsiteX1" fmla="*/ 298450 w 650907"/>
                <a:gd name="connsiteY1" fmla="*/ 876300 h 934222"/>
                <a:gd name="connsiteX2" fmla="*/ 635000 w 650907"/>
                <a:gd name="connsiteY2" fmla="*/ 565150 h 934222"/>
                <a:gd name="connsiteX3" fmla="*/ 584200 w 650907"/>
                <a:gd name="connsiteY3" fmla="*/ 190500 h 934222"/>
                <a:gd name="connsiteX4" fmla="*/ 476250 w 650907"/>
                <a:gd name="connsiteY4" fmla="*/ 69850 h 934222"/>
                <a:gd name="connsiteX5" fmla="*/ 165100 w 650907"/>
                <a:gd name="connsiteY5" fmla="*/ 0 h 934222"/>
                <a:gd name="connsiteX0" fmla="*/ 0 w 689142"/>
                <a:gd name="connsiteY0" fmla="*/ 933450 h 934222"/>
                <a:gd name="connsiteX1" fmla="*/ 298450 w 689142"/>
                <a:gd name="connsiteY1" fmla="*/ 876300 h 934222"/>
                <a:gd name="connsiteX2" fmla="*/ 635000 w 689142"/>
                <a:gd name="connsiteY2" fmla="*/ 565150 h 934222"/>
                <a:gd name="connsiteX3" fmla="*/ 673100 w 689142"/>
                <a:gd name="connsiteY3" fmla="*/ 342900 h 934222"/>
                <a:gd name="connsiteX4" fmla="*/ 476250 w 689142"/>
                <a:gd name="connsiteY4" fmla="*/ 69850 h 934222"/>
                <a:gd name="connsiteX5" fmla="*/ 165100 w 689142"/>
                <a:gd name="connsiteY5" fmla="*/ 0 h 934222"/>
                <a:gd name="connsiteX0" fmla="*/ 0 w 689142"/>
                <a:gd name="connsiteY0" fmla="*/ 933450 h 934222"/>
                <a:gd name="connsiteX1" fmla="*/ 298450 w 689142"/>
                <a:gd name="connsiteY1" fmla="*/ 876300 h 934222"/>
                <a:gd name="connsiteX2" fmla="*/ 635000 w 689142"/>
                <a:gd name="connsiteY2" fmla="*/ 565150 h 934222"/>
                <a:gd name="connsiteX3" fmla="*/ 673100 w 689142"/>
                <a:gd name="connsiteY3" fmla="*/ 342900 h 934222"/>
                <a:gd name="connsiteX4" fmla="*/ 476250 w 689142"/>
                <a:gd name="connsiteY4" fmla="*/ 95250 h 934222"/>
                <a:gd name="connsiteX5" fmla="*/ 165100 w 689142"/>
                <a:gd name="connsiteY5" fmla="*/ 0 h 934222"/>
                <a:gd name="connsiteX0" fmla="*/ 0 w 682187"/>
                <a:gd name="connsiteY0" fmla="*/ 933450 h 933539"/>
                <a:gd name="connsiteX1" fmla="*/ 298450 w 682187"/>
                <a:gd name="connsiteY1" fmla="*/ 876300 h 933539"/>
                <a:gd name="connsiteX2" fmla="*/ 507999 w 682187"/>
                <a:gd name="connsiteY2" fmla="*/ 793750 h 933539"/>
                <a:gd name="connsiteX3" fmla="*/ 635000 w 682187"/>
                <a:gd name="connsiteY3" fmla="*/ 565150 h 933539"/>
                <a:gd name="connsiteX4" fmla="*/ 673100 w 682187"/>
                <a:gd name="connsiteY4" fmla="*/ 342900 h 933539"/>
                <a:gd name="connsiteX5" fmla="*/ 476250 w 682187"/>
                <a:gd name="connsiteY5" fmla="*/ 95250 h 933539"/>
                <a:gd name="connsiteX6" fmla="*/ 165100 w 682187"/>
                <a:gd name="connsiteY6" fmla="*/ 0 h 933539"/>
                <a:gd name="connsiteX0" fmla="*/ 0 w 703350"/>
                <a:gd name="connsiteY0" fmla="*/ 933450 h 933539"/>
                <a:gd name="connsiteX1" fmla="*/ 298450 w 703350"/>
                <a:gd name="connsiteY1" fmla="*/ 876300 h 933539"/>
                <a:gd name="connsiteX2" fmla="*/ 507999 w 703350"/>
                <a:gd name="connsiteY2" fmla="*/ 793750 h 933539"/>
                <a:gd name="connsiteX3" fmla="*/ 685800 w 703350"/>
                <a:gd name="connsiteY3" fmla="*/ 571500 h 933539"/>
                <a:gd name="connsiteX4" fmla="*/ 673100 w 703350"/>
                <a:gd name="connsiteY4" fmla="*/ 342900 h 933539"/>
                <a:gd name="connsiteX5" fmla="*/ 476250 w 703350"/>
                <a:gd name="connsiteY5" fmla="*/ 95250 h 933539"/>
                <a:gd name="connsiteX6" fmla="*/ 165100 w 703350"/>
                <a:gd name="connsiteY6" fmla="*/ 0 h 933539"/>
                <a:gd name="connsiteX0" fmla="*/ 0 w 703350"/>
                <a:gd name="connsiteY0" fmla="*/ 933450 h 933539"/>
                <a:gd name="connsiteX1" fmla="*/ 298450 w 703350"/>
                <a:gd name="connsiteY1" fmla="*/ 876300 h 933539"/>
                <a:gd name="connsiteX2" fmla="*/ 507999 w 703350"/>
                <a:gd name="connsiteY2" fmla="*/ 793750 h 933539"/>
                <a:gd name="connsiteX3" fmla="*/ 685800 w 703350"/>
                <a:gd name="connsiteY3" fmla="*/ 571500 h 933539"/>
                <a:gd name="connsiteX4" fmla="*/ 673100 w 703350"/>
                <a:gd name="connsiteY4" fmla="*/ 342900 h 933539"/>
                <a:gd name="connsiteX5" fmla="*/ 476250 w 703350"/>
                <a:gd name="connsiteY5" fmla="*/ 95250 h 933539"/>
                <a:gd name="connsiteX6" fmla="*/ 165100 w 703350"/>
                <a:gd name="connsiteY6" fmla="*/ 0 h 933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3350" h="933539">
                  <a:moveTo>
                    <a:pt x="0" y="933450"/>
                  </a:moveTo>
                  <a:cubicBezTo>
                    <a:pt x="96308" y="935566"/>
                    <a:pt x="213784" y="899583"/>
                    <a:pt x="298450" y="876300"/>
                  </a:cubicBezTo>
                  <a:cubicBezTo>
                    <a:pt x="383116" y="853017"/>
                    <a:pt x="451907" y="845608"/>
                    <a:pt x="507999" y="793750"/>
                  </a:cubicBezTo>
                  <a:cubicBezTo>
                    <a:pt x="564091" y="741892"/>
                    <a:pt x="658283" y="646642"/>
                    <a:pt x="685800" y="571500"/>
                  </a:cubicBezTo>
                  <a:cubicBezTo>
                    <a:pt x="713317" y="496358"/>
                    <a:pt x="708025" y="422275"/>
                    <a:pt x="673100" y="342900"/>
                  </a:cubicBezTo>
                  <a:cubicBezTo>
                    <a:pt x="638175" y="263525"/>
                    <a:pt x="546100" y="127000"/>
                    <a:pt x="476250" y="95250"/>
                  </a:cubicBezTo>
                  <a:cubicBezTo>
                    <a:pt x="406400" y="63500"/>
                    <a:pt x="285750" y="19050"/>
                    <a:pt x="16510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FCEF876D-21C2-4EE3-9D19-508699CF75B3}"/>
                </a:ext>
              </a:extLst>
            </p:cNvPr>
            <p:cNvSpPr/>
            <p:nvPr/>
          </p:nvSpPr>
          <p:spPr>
            <a:xfrm>
              <a:off x="3352800" y="3002810"/>
              <a:ext cx="1066808" cy="370281"/>
            </a:xfrm>
            <a:custGeom>
              <a:avLst/>
              <a:gdLst>
                <a:gd name="connsiteX0" fmla="*/ 0 w 1066808"/>
                <a:gd name="connsiteY0" fmla="*/ 127740 h 370281"/>
                <a:gd name="connsiteX1" fmla="*/ 482600 w 1066808"/>
                <a:gd name="connsiteY1" fmla="*/ 740 h 370281"/>
                <a:gd name="connsiteX2" fmla="*/ 1066800 w 1066808"/>
                <a:gd name="connsiteY2" fmla="*/ 89640 h 370281"/>
                <a:gd name="connsiteX3" fmla="*/ 495300 w 1066808"/>
                <a:gd name="connsiteY3" fmla="*/ 362690 h 370281"/>
                <a:gd name="connsiteX4" fmla="*/ 76200 w 1066808"/>
                <a:gd name="connsiteY4" fmla="*/ 267440 h 370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6808" h="370281">
                  <a:moveTo>
                    <a:pt x="0" y="127740"/>
                  </a:moveTo>
                  <a:cubicBezTo>
                    <a:pt x="152400" y="67415"/>
                    <a:pt x="304800" y="7090"/>
                    <a:pt x="482600" y="740"/>
                  </a:cubicBezTo>
                  <a:cubicBezTo>
                    <a:pt x="660400" y="-5610"/>
                    <a:pt x="1064683" y="29315"/>
                    <a:pt x="1066800" y="89640"/>
                  </a:cubicBezTo>
                  <a:cubicBezTo>
                    <a:pt x="1068917" y="149965"/>
                    <a:pt x="660400" y="333057"/>
                    <a:pt x="495300" y="362690"/>
                  </a:cubicBezTo>
                  <a:cubicBezTo>
                    <a:pt x="330200" y="392323"/>
                    <a:pt x="203200" y="329881"/>
                    <a:pt x="76200" y="267440"/>
                  </a:cubicBezTo>
                </a:path>
              </a:pathLst>
            </a:custGeom>
            <a:solidFill>
              <a:srgbClr val="858245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903" name="Group 902">
              <a:extLst>
                <a:ext uri="{FF2B5EF4-FFF2-40B4-BE49-F238E27FC236}">
                  <a16:creationId xmlns:a16="http://schemas.microsoft.com/office/drawing/2014/main" id="{DBC1081E-4428-40C9-A021-B036F0EF3023}"/>
                </a:ext>
              </a:extLst>
            </p:cNvPr>
            <p:cNvGrpSpPr/>
            <p:nvPr/>
          </p:nvGrpSpPr>
          <p:grpSpPr>
            <a:xfrm>
              <a:off x="2360235" y="2551576"/>
              <a:ext cx="224160" cy="227343"/>
              <a:chOff x="1096705" y="2153857"/>
              <a:chExt cx="462016" cy="468575"/>
            </a:xfrm>
          </p:grpSpPr>
          <p:sp>
            <p:nvSpPr>
              <p:cNvPr id="952" name="Oval 951">
                <a:extLst>
                  <a:ext uri="{FF2B5EF4-FFF2-40B4-BE49-F238E27FC236}">
                    <a16:creationId xmlns:a16="http://schemas.microsoft.com/office/drawing/2014/main" id="{42C06158-FF93-4EA6-865E-FBDB7952C396}"/>
                  </a:ext>
                </a:extLst>
              </p:cNvPr>
              <p:cNvSpPr/>
              <p:nvPr/>
            </p:nvSpPr>
            <p:spPr>
              <a:xfrm flipH="1">
                <a:off x="1096705" y="2153857"/>
                <a:ext cx="462016" cy="468575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3" name="Oval 952">
                <a:extLst>
                  <a:ext uri="{FF2B5EF4-FFF2-40B4-BE49-F238E27FC236}">
                    <a16:creationId xmlns:a16="http://schemas.microsoft.com/office/drawing/2014/main" id="{302C50EB-4EE6-448A-9B39-D75BC16EBE00}"/>
                  </a:ext>
                </a:extLst>
              </p:cNvPr>
              <p:cNvSpPr/>
              <p:nvPr/>
            </p:nvSpPr>
            <p:spPr>
              <a:xfrm flipH="1">
                <a:off x="1151398" y="2213867"/>
                <a:ext cx="348553" cy="348553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4" name="Oval 953">
                <a:extLst>
                  <a:ext uri="{FF2B5EF4-FFF2-40B4-BE49-F238E27FC236}">
                    <a16:creationId xmlns:a16="http://schemas.microsoft.com/office/drawing/2014/main" id="{D23BF67C-7E0A-4342-B1CE-FF81DCBC661D}"/>
                  </a:ext>
                </a:extLst>
              </p:cNvPr>
              <p:cNvSpPr/>
              <p:nvPr/>
            </p:nvSpPr>
            <p:spPr>
              <a:xfrm>
                <a:off x="1190059" y="2252523"/>
                <a:ext cx="271230" cy="271240"/>
              </a:xfrm>
              <a:prstGeom prst="ellipse">
                <a:avLst/>
              </a:prstGeom>
              <a:solidFill>
                <a:schemeClr val="tx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32993BE4-622B-472E-881F-2839B37E9705}"/>
                </a:ext>
              </a:extLst>
            </p:cNvPr>
            <p:cNvSpPr/>
            <p:nvPr/>
          </p:nvSpPr>
          <p:spPr>
            <a:xfrm>
              <a:off x="1971675" y="2759869"/>
              <a:ext cx="524519" cy="346088"/>
            </a:xfrm>
            <a:custGeom>
              <a:avLst/>
              <a:gdLst>
                <a:gd name="connsiteX0" fmla="*/ 457200 w 524519"/>
                <a:gd name="connsiteY0" fmla="*/ 292894 h 346088"/>
                <a:gd name="connsiteX1" fmla="*/ 523875 w 524519"/>
                <a:gd name="connsiteY1" fmla="*/ 342900 h 346088"/>
                <a:gd name="connsiteX2" fmla="*/ 421481 w 524519"/>
                <a:gd name="connsiteY2" fmla="*/ 211931 h 346088"/>
                <a:gd name="connsiteX3" fmla="*/ 290513 w 524519"/>
                <a:gd name="connsiteY3" fmla="*/ 71437 h 346088"/>
                <a:gd name="connsiteX4" fmla="*/ 0 w 524519"/>
                <a:gd name="connsiteY4" fmla="*/ 0 h 34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519" h="346088">
                  <a:moveTo>
                    <a:pt x="457200" y="292894"/>
                  </a:moveTo>
                  <a:cubicBezTo>
                    <a:pt x="493514" y="324644"/>
                    <a:pt x="529828" y="356394"/>
                    <a:pt x="523875" y="342900"/>
                  </a:cubicBezTo>
                  <a:cubicBezTo>
                    <a:pt x="517922" y="329406"/>
                    <a:pt x="460375" y="257175"/>
                    <a:pt x="421481" y="211931"/>
                  </a:cubicBezTo>
                  <a:cubicBezTo>
                    <a:pt x="382587" y="166687"/>
                    <a:pt x="360760" y="106759"/>
                    <a:pt x="290513" y="71437"/>
                  </a:cubicBezTo>
                  <a:cubicBezTo>
                    <a:pt x="220266" y="36115"/>
                    <a:pt x="110133" y="18057"/>
                    <a:pt x="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7E37AFD6-A9ED-4F26-B414-9AA5B91B25C5}"/>
                </a:ext>
              </a:extLst>
            </p:cNvPr>
            <p:cNvSpPr/>
            <p:nvPr/>
          </p:nvSpPr>
          <p:spPr>
            <a:xfrm>
              <a:off x="2838450" y="2490788"/>
              <a:ext cx="350788" cy="576262"/>
            </a:xfrm>
            <a:custGeom>
              <a:avLst/>
              <a:gdLst>
                <a:gd name="connsiteX0" fmla="*/ 0 w 350788"/>
                <a:gd name="connsiteY0" fmla="*/ 576262 h 576262"/>
                <a:gd name="connsiteX1" fmla="*/ 226219 w 350788"/>
                <a:gd name="connsiteY1" fmla="*/ 516731 h 576262"/>
                <a:gd name="connsiteX2" fmla="*/ 347663 w 350788"/>
                <a:gd name="connsiteY2" fmla="*/ 314325 h 576262"/>
                <a:gd name="connsiteX3" fmla="*/ 302419 w 350788"/>
                <a:gd name="connsiteY3" fmla="*/ 114300 h 576262"/>
                <a:gd name="connsiteX4" fmla="*/ 169069 w 350788"/>
                <a:gd name="connsiteY4" fmla="*/ 0 h 57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788" h="576262">
                  <a:moveTo>
                    <a:pt x="0" y="576262"/>
                  </a:moveTo>
                  <a:cubicBezTo>
                    <a:pt x="84137" y="568324"/>
                    <a:pt x="168275" y="560387"/>
                    <a:pt x="226219" y="516731"/>
                  </a:cubicBezTo>
                  <a:cubicBezTo>
                    <a:pt x="284163" y="473075"/>
                    <a:pt x="334963" y="381397"/>
                    <a:pt x="347663" y="314325"/>
                  </a:cubicBezTo>
                  <a:cubicBezTo>
                    <a:pt x="360363" y="247253"/>
                    <a:pt x="332185" y="166687"/>
                    <a:pt x="302419" y="114300"/>
                  </a:cubicBezTo>
                  <a:cubicBezTo>
                    <a:pt x="272653" y="61913"/>
                    <a:pt x="220861" y="30956"/>
                    <a:pt x="169069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3221F0FB-E942-41F7-9AEE-B307DF02824A}"/>
                </a:ext>
              </a:extLst>
            </p:cNvPr>
            <p:cNvSpPr/>
            <p:nvPr/>
          </p:nvSpPr>
          <p:spPr>
            <a:xfrm>
              <a:off x="1836840" y="1764190"/>
              <a:ext cx="6537941" cy="1649722"/>
            </a:xfrm>
            <a:custGeom>
              <a:avLst/>
              <a:gdLst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153257 w 6582558"/>
                <a:gd name="connsiteY18" fmla="*/ 1036154 h 1649722"/>
                <a:gd name="connsiteX19" fmla="*/ 246126 w 6582558"/>
                <a:gd name="connsiteY19" fmla="*/ 1045679 h 1649722"/>
                <a:gd name="connsiteX20" fmla="*/ 381857 w 6582558"/>
                <a:gd name="connsiteY20" fmla="*/ 1086161 h 1649722"/>
                <a:gd name="connsiteX21" fmla="*/ 524732 w 6582558"/>
                <a:gd name="connsiteY21" fmla="*/ 1198079 h 1649722"/>
                <a:gd name="connsiteX22" fmla="*/ 634270 w 6582558"/>
                <a:gd name="connsiteY22" fmla="*/ 1288567 h 1649722"/>
                <a:gd name="connsiteX23" fmla="*/ 505682 w 6582558"/>
                <a:gd name="connsiteY23" fmla="*/ 1176648 h 1649722"/>
                <a:gd name="connsiteX24" fmla="*/ 412814 w 6582558"/>
                <a:gd name="connsiteY24" fmla="*/ 1098067 h 1649722"/>
                <a:gd name="connsiteX25" fmla="*/ 267557 w 6582558"/>
                <a:gd name="connsiteY25" fmla="*/ 1040917 h 1649722"/>
                <a:gd name="connsiteX26" fmla="*/ 150876 w 6582558"/>
                <a:gd name="connsiteY26" fmla="*/ 1021867 h 1649722"/>
                <a:gd name="connsiteX27" fmla="*/ 128067 w 6582558"/>
                <a:gd name="connsiteY27" fmla="*/ 1019161 h 1649722"/>
                <a:gd name="connsiteX28" fmla="*/ 116558 w 6582558"/>
                <a:gd name="connsiteY28" fmla="*/ 1012718 h 1649722"/>
                <a:gd name="connsiteX29" fmla="*/ 21494 w 6582558"/>
                <a:gd name="connsiteY29" fmla="*/ 968684 h 1649722"/>
                <a:gd name="connsiteX30" fmla="*/ 42925 w 6582558"/>
                <a:gd name="connsiteY30" fmla="*/ 849622 h 1649722"/>
                <a:gd name="connsiteX31" fmla="*/ 430275 w 6582558"/>
                <a:gd name="connsiteY31" fmla="*/ 633722 h 1649722"/>
                <a:gd name="connsiteX32" fmla="*/ 1173225 w 6582558"/>
                <a:gd name="connsiteY32" fmla="*/ 367022 h 1649722"/>
                <a:gd name="connsiteX33" fmla="*/ 1992375 w 6582558"/>
                <a:gd name="connsiteY33" fmla="*/ 113022 h 1649722"/>
                <a:gd name="connsiteX34" fmla="*/ 2921361 w 6582558"/>
                <a:gd name="connsiteY34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153257 w 6582558"/>
                <a:gd name="connsiteY18" fmla="*/ 1036154 h 1649722"/>
                <a:gd name="connsiteX19" fmla="*/ 246126 w 6582558"/>
                <a:gd name="connsiteY19" fmla="*/ 1045679 h 1649722"/>
                <a:gd name="connsiteX20" fmla="*/ 381857 w 6582558"/>
                <a:gd name="connsiteY20" fmla="*/ 1086161 h 1649722"/>
                <a:gd name="connsiteX21" fmla="*/ 524732 w 6582558"/>
                <a:gd name="connsiteY21" fmla="*/ 1198079 h 1649722"/>
                <a:gd name="connsiteX22" fmla="*/ 634270 w 6582558"/>
                <a:gd name="connsiteY22" fmla="*/ 1288567 h 1649722"/>
                <a:gd name="connsiteX23" fmla="*/ 505682 w 6582558"/>
                <a:gd name="connsiteY23" fmla="*/ 1176648 h 1649722"/>
                <a:gd name="connsiteX24" fmla="*/ 412814 w 6582558"/>
                <a:gd name="connsiteY24" fmla="*/ 1098067 h 1649722"/>
                <a:gd name="connsiteX25" fmla="*/ 267557 w 6582558"/>
                <a:gd name="connsiteY25" fmla="*/ 1040917 h 1649722"/>
                <a:gd name="connsiteX26" fmla="*/ 128067 w 6582558"/>
                <a:gd name="connsiteY26" fmla="*/ 1019161 h 1649722"/>
                <a:gd name="connsiteX27" fmla="*/ 116558 w 6582558"/>
                <a:gd name="connsiteY27" fmla="*/ 1012718 h 1649722"/>
                <a:gd name="connsiteX28" fmla="*/ 21494 w 6582558"/>
                <a:gd name="connsiteY28" fmla="*/ 968684 h 1649722"/>
                <a:gd name="connsiteX29" fmla="*/ 42925 w 6582558"/>
                <a:gd name="connsiteY29" fmla="*/ 849622 h 1649722"/>
                <a:gd name="connsiteX30" fmla="*/ 430275 w 6582558"/>
                <a:gd name="connsiteY30" fmla="*/ 633722 h 1649722"/>
                <a:gd name="connsiteX31" fmla="*/ 1173225 w 6582558"/>
                <a:gd name="connsiteY31" fmla="*/ 367022 h 1649722"/>
                <a:gd name="connsiteX32" fmla="*/ 1992375 w 6582558"/>
                <a:gd name="connsiteY32" fmla="*/ 113022 h 1649722"/>
                <a:gd name="connsiteX33" fmla="*/ 2921361 w 6582558"/>
                <a:gd name="connsiteY33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246126 w 6582558"/>
                <a:gd name="connsiteY18" fmla="*/ 1045679 h 1649722"/>
                <a:gd name="connsiteX19" fmla="*/ 381857 w 6582558"/>
                <a:gd name="connsiteY19" fmla="*/ 1086161 h 1649722"/>
                <a:gd name="connsiteX20" fmla="*/ 524732 w 6582558"/>
                <a:gd name="connsiteY20" fmla="*/ 1198079 h 1649722"/>
                <a:gd name="connsiteX21" fmla="*/ 634270 w 6582558"/>
                <a:gd name="connsiteY21" fmla="*/ 1288567 h 1649722"/>
                <a:gd name="connsiteX22" fmla="*/ 505682 w 6582558"/>
                <a:gd name="connsiteY22" fmla="*/ 1176648 h 1649722"/>
                <a:gd name="connsiteX23" fmla="*/ 412814 w 6582558"/>
                <a:gd name="connsiteY23" fmla="*/ 1098067 h 1649722"/>
                <a:gd name="connsiteX24" fmla="*/ 267557 w 6582558"/>
                <a:gd name="connsiteY24" fmla="*/ 1040917 h 1649722"/>
                <a:gd name="connsiteX25" fmla="*/ 128067 w 6582558"/>
                <a:gd name="connsiteY25" fmla="*/ 1019161 h 1649722"/>
                <a:gd name="connsiteX26" fmla="*/ 116558 w 6582558"/>
                <a:gd name="connsiteY26" fmla="*/ 1012718 h 1649722"/>
                <a:gd name="connsiteX27" fmla="*/ 21494 w 6582558"/>
                <a:gd name="connsiteY27" fmla="*/ 968684 h 1649722"/>
                <a:gd name="connsiteX28" fmla="*/ 42925 w 6582558"/>
                <a:gd name="connsiteY28" fmla="*/ 849622 h 1649722"/>
                <a:gd name="connsiteX29" fmla="*/ 430275 w 6582558"/>
                <a:gd name="connsiteY29" fmla="*/ 633722 h 1649722"/>
                <a:gd name="connsiteX30" fmla="*/ 1173225 w 6582558"/>
                <a:gd name="connsiteY30" fmla="*/ 367022 h 1649722"/>
                <a:gd name="connsiteX31" fmla="*/ 1992375 w 6582558"/>
                <a:gd name="connsiteY31" fmla="*/ 113022 h 1649722"/>
                <a:gd name="connsiteX32" fmla="*/ 2921361 w 6582558"/>
                <a:gd name="connsiteY32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246126 w 6582558"/>
                <a:gd name="connsiteY17" fmla="*/ 1045679 h 1649722"/>
                <a:gd name="connsiteX18" fmla="*/ 381857 w 6582558"/>
                <a:gd name="connsiteY18" fmla="*/ 1086161 h 1649722"/>
                <a:gd name="connsiteX19" fmla="*/ 524732 w 6582558"/>
                <a:gd name="connsiteY19" fmla="*/ 1198079 h 1649722"/>
                <a:gd name="connsiteX20" fmla="*/ 634270 w 6582558"/>
                <a:gd name="connsiteY20" fmla="*/ 1288567 h 1649722"/>
                <a:gd name="connsiteX21" fmla="*/ 505682 w 6582558"/>
                <a:gd name="connsiteY21" fmla="*/ 1176648 h 1649722"/>
                <a:gd name="connsiteX22" fmla="*/ 412814 w 6582558"/>
                <a:gd name="connsiteY22" fmla="*/ 1098067 h 1649722"/>
                <a:gd name="connsiteX23" fmla="*/ 267557 w 6582558"/>
                <a:gd name="connsiteY23" fmla="*/ 1040917 h 1649722"/>
                <a:gd name="connsiteX24" fmla="*/ 128067 w 6582558"/>
                <a:gd name="connsiteY24" fmla="*/ 1019161 h 1649722"/>
                <a:gd name="connsiteX25" fmla="*/ 116558 w 6582558"/>
                <a:gd name="connsiteY25" fmla="*/ 1012718 h 1649722"/>
                <a:gd name="connsiteX26" fmla="*/ 21494 w 6582558"/>
                <a:gd name="connsiteY26" fmla="*/ 968684 h 1649722"/>
                <a:gd name="connsiteX27" fmla="*/ 42925 w 6582558"/>
                <a:gd name="connsiteY27" fmla="*/ 849622 h 1649722"/>
                <a:gd name="connsiteX28" fmla="*/ 430275 w 6582558"/>
                <a:gd name="connsiteY28" fmla="*/ 633722 h 1649722"/>
                <a:gd name="connsiteX29" fmla="*/ 1173225 w 6582558"/>
                <a:gd name="connsiteY29" fmla="*/ 367022 h 1649722"/>
                <a:gd name="connsiteX30" fmla="*/ 1992375 w 6582558"/>
                <a:gd name="connsiteY30" fmla="*/ 113022 h 1649722"/>
                <a:gd name="connsiteX31" fmla="*/ 2921361 w 6582558"/>
                <a:gd name="connsiteY31" fmla="*/ 1103 h 1649722"/>
                <a:gd name="connsiteX0" fmla="*/ 2909914 w 6571111"/>
                <a:gd name="connsiteY0" fmla="*/ 1103 h 1649722"/>
                <a:gd name="connsiteX1" fmla="*/ 3250928 w 6571111"/>
                <a:gd name="connsiteY1" fmla="*/ 11422 h 1649722"/>
                <a:gd name="connsiteX2" fmla="*/ 4705078 w 6571111"/>
                <a:gd name="connsiteY2" fmla="*/ 367022 h 1649722"/>
                <a:gd name="connsiteX3" fmla="*/ 5441678 w 6571111"/>
                <a:gd name="connsiteY3" fmla="*/ 557522 h 1649722"/>
                <a:gd name="connsiteX4" fmla="*/ 5962378 w 6571111"/>
                <a:gd name="connsiteY4" fmla="*/ 646422 h 1649722"/>
                <a:gd name="connsiteX5" fmla="*/ 6311628 w 6571111"/>
                <a:gd name="connsiteY5" fmla="*/ 551172 h 1649722"/>
                <a:gd name="connsiteX6" fmla="*/ 6552928 w 6571111"/>
                <a:gd name="connsiteY6" fmla="*/ 665472 h 1649722"/>
                <a:gd name="connsiteX7" fmla="*/ 6521178 w 6571111"/>
                <a:gd name="connsiteY7" fmla="*/ 1243322 h 1649722"/>
                <a:gd name="connsiteX8" fmla="*/ 6260828 w 6571111"/>
                <a:gd name="connsiteY8" fmla="*/ 1262372 h 1649722"/>
                <a:gd name="connsiteX9" fmla="*/ 5841728 w 6571111"/>
                <a:gd name="connsiteY9" fmla="*/ 1154422 h 1649722"/>
                <a:gd name="connsiteX10" fmla="*/ 5194028 w 6571111"/>
                <a:gd name="connsiteY10" fmla="*/ 1325872 h 1649722"/>
                <a:gd name="connsiteX11" fmla="*/ 4393928 w 6571111"/>
                <a:gd name="connsiteY11" fmla="*/ 1605272 h 1649722"/>
                <a:gd name="connsiteX12" fmla="*/ 3301728 w 6571111"/>
                <a:gd name="connsiteY12" fmla="*/ 1649722 h 1649722"/>
                <a:gd name="connsiteX13" fmla="*/ 2031728 w 6571111"/>
                <a:gd name="connsiteY13" fmla="*/ 1630672 h 1649722"/>
                <a:gd name="connsiteX14" fmla="*/ 863328 w 6571111"/>
                <a:gd name="connsiteY14" fmla="*/ 1433822 h 1649722"/>
                <a:gd name="connsiteX15" fmla="*/ 217215 w 6571111"/>
                <a:gd name="connsiteY15" fmla="*/ 1145691 h 1649722"/>
                <a:gd name="connsiteX16" fmla="*/ 147118 w 6571111"/>
                <a:gd name="connsiteY16" fmla="*/ 1051575 h 1649722"/>
                <a:gd name="connsiteX17" fmla="*/ 234679 w 6571111"/>
                <a:gd name="connsiteY17" fmla="*/ 1045679 h 1649722"/>
                <a:gd name="connsiteX18" fmla="*/ 370410 w 6571111"/>
                <a:gd name="connsiteY18" fmla="*/ 1086161 h 1649722"/>
                <a:gd name="connsiteX19" fmla="*/ 513285 w 6571111"/>
                <a:gd name="connsiteY19" fmla="*/ 1198079 h 1649722"/>
                <a:gd name="connsiteX20" fmla="*/ 622823 w 6571111"/>
                <a:gd name="connsiteY20" fmla="*/ 1288567 h 1649722"/>
                <a:gd name="connsiteX21" fmla="*/ 494235 w 6571111"/>
                <a:gd name="connsiteY21" fmla="*/ 1176648 h 1649722"/>
                <a:gd name="connsiteX22" fmla="*/ 401367 w 6571111"/>
                <a:gd name="connsiteY22" fmla="*/ 1098067 h 1649722"/>
                <a:gd name="connsiteX23" fmla="*/ 256110 w 6571111"/>
                <a:gd name="connsiteY23" fmla="*/ 1040917 h 1649722"/>
                <a:gd name="connsiteX24" fmla="*/ 116620 w 6571111"/>
                <a:gd name="connsiteY24" fmla="*/ 1019161 h 1649722"/>
                <a:gd name="connsiteX25" fmla="*/ 105111 w 6571111"/>
                <a:gd name="connsiteY25" fmla="*/ 1012718 h 1649722"/>
                <a:gd name="connsiteX26" fmla="*/ 35447 w 6571111"/>
                <a:gd name="connsiteY26" fmla="*/ 965509 h 1649722"/>
                <a:gd name="connsiteX27" fmla="*/ 31478 w 6571111"/>
                <a:gd name="connsiteY27" fmla="*/ 849622 h 1649722"/>
                <a:gd name="connsiteX28" fmla="*/ 418828 w 6571111"/>
                <a:gd name="connsiteY28" fmla="*/ 633722 h 1649722"/>
                <a:gd name="connsiteX29" fmla="*/ 1161778 w 6571111"/>
                <a:gd name="connsiteY29" fmla="*/ 367022 h 1649722"/>
                <a:gd name="connsiteX30" fmla="*/ 1980928 w 6571111"/>
                <a:gd name="connsiteY30" fmla="*/ 113022 h 1649722"/>
                <a:gd name="connsiteX31" fmla="*/ 2909914 w 6571111"/>
                <a:gd name="connsiteY31" fmla="*/ 1103 h 1649722"/>
                <a:gd name="connsiteX0" fmla="*/ 2874514 w 6535711"/>
                <a:gd name="connsiteY0" fmla="*/ 1103 h 1649722"/>
                <a:gd name="connsiteX1" fmla="*/ 3215528 w 6535711"/>
                <a:gd name="connsiteY1" fmla="*/ 11422 h 1649722"/>
                <a:gd name="connsiteX2" fmla="*/ 4669678 w 6535711"/>
                <a:gd name="connsiteY2" fmla="*/ 367022 h 1649722"/>
                <a:gd name="connsiteX3" fmla="*/ 5406278 w 6535711"/>
                <a:gd name="connsiteY3" fmla="*/ 557522 h 1649722"/>
                <a:gd name="connsiteX4" fmla="*/ 5926978 w 6535711"/>
                <a:gd name="connsiteY4" fmla="*/ 646422 h 1649722"/>
                <a:gd name="connsiteX5" fmla="*/ 6276228 w 6535711"/>
                <a:gd name="connsiteY5" fmla="*/ 551172 h 1649722"/>
                <a:gd name="connsiteX6" fmla="*/ 6517528 w 6535711"/>
                <a:gd name="connsiteY6" fmla="*/ 665472 h 1649722"/>
                <a:gd name="connsiteX7" fmla="*/ 6485778 w 6535711"/>
                <a:gd name="connsiteY7" fmla="*/ 1243322 h 1649722"/>
                <a:gd name="connsiteX8" fmla="*/ 6225428 w 6535711"/>
                <a:gd name="connsiteY8" fmla="*/ 1262372 h 1649722"/>
                <a:gd name="connsiteX9" fmla="*/ 5806328 w 6535711"/>
                <a:gd name="connsiteY9" fmla="*/ 1154422 h 1649722"/>
                <a:gd name="connsiteX10" fmla="*/ 5158628 w 6535711"/>
                <a:gd name="connsiteY10" fmla="*/ 1325872 h 1649722"/>
                <a:gd name="connsiteX11" fmla="*/ 4358528 w 6535711"/>
                <a:gd name="connsiteY11" fmla="*/ 1605272 h 1649722"/>
                <a:gd name="connsiteX12" fmla="*/ 3266328 w 6535711"/>
                <a:gd name="connsiteY12" fmla="*/ 1649722 h 1649722"/>
                <a:gd name="connsiteX13" fmla="*/ 1996328 w 6535711"/>
                <a:gd name="connsiteY13" fmla="*/ 1630672 h 1649722"/>
                <a:gd name="connsiteX14" fmla="*/ 827928 w 6535711"/>
                <a:gd name="connsiteY14" fmla="*/ 1433822 h 1649722"/>
                <a:gd name="connsiteX15" fmla="*/ 181815 w 6535711"/>
                <a:gd name="connsiteY15" fmla="*/ 1145691 h 1649722"/>
                <a:gd name="connsiteX16" fmla="*/ 111718 w 6535711"/>
                <a:gd name="connsiteY16" fmla="*/ 1051575 h 1649722"/>
                <a:gd name="connsiteX17" fmla="*/ 199279 w 6535711"/>
                <a:gd name="connsiteY17" fmla="*/ 1045679 h 1649722"/>
                <a:gd name="connsiteX18" fmla="*/ 335010 w 6535711"/>
                <a:gd name="connsiteY18" fmla="*/ 1086161 h 1649722"/>
                <a:gd name="connsiteX19" fmla="*/ 477885 w 6535711"/>
                <a:gd name="connsiteY19" fmla="*/ 1198079 h 1649722"/>
                <a:gd name="connsiteX20" fmla="*/ 587423 w 6535711"/>
                <a:gd name="connsiteY20" fmla="*/ 1288567 h 1649722"/>
                <a:gd name="connsiteX21" fmla="*/ 458835 w 6535711"/>
                <a:gd name="connsiteY21" fmla="*/ 1176648 h 1649722"/>
                <a:gd name="connsiteX22" fmla="*/ 365967 w 6535711"/>
                <a:gd name="connsiteY22" fmla="*/ 1098067 h 1649722"/>
                <a:gd name="connsiteX23" fmla="*/ 220710 w 6535711"/>
                <a:gd name="connsiteY23" fmla="*/ 1040917 h 1649722"/>
                <a:gd name="connsiteX24" fmla="*/ 81220 w 6535711"/>
                <a:gd name="connsiteY24" fmla="*/ 1019161 h 1649722"/>
                <a:gd name="connsiteX25" fmla="*/ 69711 w 6535711"/>
                <a:gd name="connsiteY25" fmla="*/ 1012718 h 1649722"/>
                <a:gd name="connsiteX26" fmla="*/ 47 w 6535711"/>
                <a:gd name="connsiteY26" fmla="*/ 965509 h 1649722"/>
                <a:gd name="connsiteX27" fmla="*/ 78628 w 6535711"/>
                <a:gd name="connsiteY27" fmla="*/ 811522 h 1649722"/>
                <a:gd name="connsiteX28" fmla="*/ 383428 w 6535711"/>
                <a:gd name="connsiteY28" fmla="*/ 633722 h 1649722"/>
                <a:gd name="connsiteX29" fmla="*/ 1126378 w 6535711"/>
                <a:gd name="connsiteY29" fmla="*/ 367022 h 1649722"/>
                <a:gd name="connsiteX30" fmla="*/ 1945528 w 6535711"/>
                <a:gd name="connsiteY30" fmla="*/ 113022 h 1649722"/>
                <a:gd name="connsiteX31" fmla="*/ 2874514 w 6535711"/>
                <a:gd name="connsiteY31" fmla="*/ 1103 h 1649722"/>
                <a:gd name="connsiteX0" fmla="*/ 2876744 w 6537941"/>
                <a:gd name="connsiteY0" fmla="*/ 1103 h 1649722"/>
                <a:gd name="connsiteX1" fmla="*/ 3217758 w 6537941"/>
                <a:gd name="connsiteY1" fmla="*/ 11422 h 1649722"/>
                <a:gd name="connsiteX2" fmla="*/ 4671908 w 6537941"/>
                <a:gd name="connsiteY2" fmla="*/ 367022 h 1649722"/>
                <a:gd name="connsiteX3" fmla="*/ 5408508 w 6537941"/>
                <a:gd name="connsiteY3" fmla="*/ 557522 h 1649722"/>
                <a:gd name="connsiteX4" fmla="*/ 5929208 w 6537941"/>
                <a:gd name="connsiteY4" fmla="*/ 646422 h 1649722"/>
                <a:gd name="connsiteX5" fmla="*/ 6278458 w 6537941"/>
                <a:gd name="connsiteY5" fmla="*/ 551172 h 1649722"/>
                <a:gd name="connsiteX6" fmla="*/ 6519758 w 6537941"/>
                <a:gd name="connsiteY6" fmla="*/ 665472 h 1649722"/>
                <a:gd name="connsiteX7" fmla="*/ 6488008 w 6537941"/>
                <a:gd name="connsiteY7" fmla="*/ 1243322 h 1649722"/>
                <a:gd name="connsiteX8" fmla="*/ 6227658 w 6537941"/>
                <a:gd name="connsiteY8" fmla="*/ 1262372 h 1649722"/>
                <a:gd name="connsiteX9" fmla="*/ 5808558 w 6537941"/>
                <a:gd name="connsiteY9" fmla="*/ 1154422 h 1649722"/>
                <a:gd name="connsiteX10" fmla="*/ 5160858 w 6537941"/>
                <a:gd name="connsiteY10" fmla="*/ 1325872 h 1649722"/>
                <a:gd name="connsiteX11" fmla="*/ 4360758 w 6537941"/>
                <a:gd name="connsiteY11" fmla="*/ 1605272 h 1649722"/>
                <a:gd name="connsiteX12" fmla="*/ 3268558 w 6537941"/>
                <a:gd name="connsiteY12" fmla="*/ 1649722 h 1649722"/>
                <a:gd name="connsiteX13" fmla="*/ 1998558 w 6537941"/>
                <a:gd name="connsiteY13" fmla="*/ 1630672 h 1649722"/>
                <a:gd name="connsiteX14" fmla="*/ 830158 w 6537941"/>
                <a:gd name="connsiteY14" fmla="*/ 1433822 h 1649722"/>
                <a:gd name="connsiteX15" fmla="*/ 184045 w 6537941"/>
                <a:gd name="connsiteY15" fmla="*/ 1145691 h 1649722"/>
                <a:gd name="connsiteX16" fmla="*/ 113948 w 6537941"/>
                <a:gd name="connsiteY16" fmla="*/ 1051575 h 1649722"/>
                <a:gd name="connsiteX17" fmla="*/ 201509 w 6537941"/>
                <a:gd name="connsiteY17" fmla="*/ 1045679 h 1649722"/>
                <a:gd name="connsiteX18" fmla="*/ 337240 w 6537941"/>
                <a:gd name="connsiteY18" fmla="*/ 1086161 h 1649722"/>
                <a:gd name="connsiteX19" fmla="*/ 480115 w 6537941"/>
                <a:gd name="connsiteY19" fmla="*/ 1198079 h 1649722"/>
                <a:gd name="connsiteX20" fmla="*/ 589653 w 6537941"/>
                <a:gd name="connsiteY20" fmla="*/ 1288567 h 1649722"/>
                <a:gd name="connsiteX21" fmla="*/ 461065 w 6537941"/>
                <a:gd name="connsiteY21" fmla="*/ 1176648 h 1649722"/>
                <a:gd name="connsiteX22" fmla="*/ 368197 w 6537941"/>
                <a:gd name="connsiteY22" fmla="*/ 1098067 h 1649722"/>
                <a:gd name="connsiteX23" fmla="*/ 222940 w 6537941"/>
                <a:gd name="connsiteY23" fmla="*/ 1040917 h 1649722"/>
                <a:gd name="connsiteX24" fmla="*/ 83450 w 6537941"/>
                <a:gd name="connsiteY24" fmla="*/ 1019161 h 1649722"/>
                <a:gd name="connsiteX25" fmla="*/ 71941 w 6537941"/>
                <a:gd name="connsiteY25" fmla="*/ 1012718 h 1649722"/>
                <a:gd name="connsiteX26" fmla="*/ 2277 w 6537941"/>
                <a:gd name="connsiteY26" fmla="*/ 965509 h 1649722"/>
                <a:gd name="connsiteX27" fmla="*/ 150708 w 6537941"/>
                <a:gd name="connsiteY27" fmla="*/ 789297 h 1649722"/>
                <a:gd name="connsiteX28" fmla="*/ 385658 w 6537941"/>
                <a:gd name="connsiteY28" fmla="*/ 633722 h 1649722"/>
                <a:gd name="connsiteX29" fmla="*/ 1128608 w 6537941"/>
                <a:gd name="connsiteY29" fmla="*/ 367022 h 1649722"/>
                <a:gd name="connsiteX30" fmla="*/ 1947758 w 6537941"/>
                <a:gd name="connsiteY30" fmla="*/ 113022 h 1649722"/>
                <a:gd name="connsiteX31" fmla="*/ 2876744 w 6537941"/>
                <a:gd name="connsiteY31" fmla="*/ 1103 h 1649722"/>
                <a:gd name="connsiteX0" fmla="*/ 2876744 w 6537941"/>
                <a:gd name="connsiteY0" fmla="*/ 1103 h 1649722"/>
                <a:gd name="connsiteX1" fmla="*/ 3217758 w 6537941"/>
                <a:gd name="connsiteY1" fmla="*/ 11422 h 1649722"/>
                <a:gd name="connsiteX2" fmla="*/ 4671908 w 6537941"/>
                <a:gd name="connsiteY2" fmla="*/ 367022 h 1649722"/>
                <a:gd name="connsiteX3" fmla="*/ 5408508 w 6537941"/>
                <a:gd name="connsiteY3" fmla="*/ 557522 h 1649722"/>
                <a:gd name="connsiteX4" fmla="*/ 5929208 w 6537941"/>
                <a:gd name="connsiteY4" fmla="*/ 646422 h 1649722"/>
                <a:gd name="connsiteX5" fmla="*/ 6278458 w 6537941"/>
                <a:gd name="connsiteY5" fmla="*/ 551172 h 1649722"/>
                <a:gd name="connsiteX6" fmla="*/ 6519758 w 6537941"/>
                <a:gd name="connsiteY6" fmla="*/ 665472 h 1649722"/>
                <a:gd name="connsiteX7" fmla="*/ 6488008 w 6537941"/>
                <a:gd name="connsiteY7" fmla="*/ 1243322 h 1649722"/>
                <a:gd name="connsiteX8" fmla="*/ 6227658 w 6537941"/>
                <a:gd name="connsiteY8" fmla="*/ 1262372 h 1649722"/>
                <a:gd name="connsiteX9" fmla="*/ 5808558 w 6537941"/>
                <a:gd name="connsiteY9" fmla="*/ 1154422 h 1649722"/>
                <a:gd name="connsiteX10" fmla="*/ 5160858 w 6537941"/>
                <a:gd name="connsiteY10" fmla="*/ 1325872 h 1649722"/>
                <a:gd name="connsiteX11" fmla="*/ 4360758 w 6537941"/>
                <a:gd name="connsiteY11" fmla="*/ 1605272 h 1649722"/>
                <a:gd name="connsiteX12" fmla="*/ 3268558 w 6537941"/>
                <a:gd name="connsiteY12" fmla="*/ 1649722 h 1649722"/>
                <a:gd name="connsiteX13" fmla="*/ 1998558 w 6537941"/>
                <a:gd name="connsiteY13" fmla="*/ 1630672 h 1649722"/>
                <a:gd name="connsiteX14" fmla="*/ 830158 w 6537941"/>
                <a:gd name="connsiteY14" fmla="*/ 1433822 h 1649722"/>
                <a:gd name="connsiteX15" fmla="*/ 184045 w 6537941"/>
                <a:gd name="connsiteY15" fmla="*/ 1145691 h 1649722"/>
                <a:gd name="connsiteX16" fmla="*/ 113948 w 6537941"/>
                <a:gd name="connsiteY16" fmla="*/ 1051575 h 1649722"/>
                <a:gd name="connsiteX17" fmla="*/ 201509 w 6537941"/>
                <a:gd name="connsiteY17" fmla="*/ 1045679 h 1649722"/>
                <a:gd name="connsiteX18" fmla="*/ 337240 w 6537941"/>
                <a:gd name="connsiteY18" fmla="*/ 1086161 h 1649722"/>
                <a:gd name="connsiteX19" fmla="*/ 480115 w 6537941"/>
                <a:gd name="connsiteY19" fmla="*/ 1198079 h 1649722"/>
                <a:gd name="connsiteX20" fmla="*/ 589653 w 6537941"/>
                <a:gd name="connsiteY20" fmla="*/ 1288567 h 1649722"/>
                <a:gd name="connsiteX21" fmla="*/ 461065 w 6537941"/>
                <a:gd name="connsiteY21" fmla="*/ 1176648 h 1649722"/>
                <a:gd name="connsiteX22" fmla="*/ 368197 w 6537941"/>
                <a:gd name="connsiteY22" fmla="*/ 1098067 h 1649722"/>
                <a:gd name="connsiteX23" fmla="*/ 222940 w 6537941"/>
                <a:gd name="connsiteY23" fmla="*/ 1040917 h 1649722"/>
                <a:gd name="connsiteX24" fmla="*/ 83450 w 6537941"/>
                <a:gd name="connsiteY24" fmla="*/ 1019161 h 1649722"/>
                <a:gd name="connsiteX25" fmla="*/ 71941 w 6537941"/>
                <a:gd name="connsiteY25" fmla="*/ 1012718 h 1649722"/>
                <a:gd name="connsiteX26" fmla="*/ 2277 w 6537941"/>
                <a:gd name="connsiteY26" fmla="*/ 965509 h 1649722"/>
                <a:gd name="connsiteX27" fmla="*/ 150708 w 6537941"/>
                <a:gd name="connsiteY27" fmla="*/ 789297 h 1649722"/>
                <a:gd name="connsiteX28" fmla="*/ 572983 w 6537941"/>
                <a:gd name="connsiteY28" fmla="*/ 573397 h 1649722"/>
                <a:gd name="connsiteX29" fmla="*/ 1128608 w 6537941"/>
                <a:gd name="connsiteY29" fmla="*/ 367022 h 1649722"/>
                <a:gd name="connsiteX30" fmla="*/ 1947758 w 6537941"/>
                <a:gd name="connsiteY30" fmla="*/ 113022 h 1649722"/>
                <a:gd name="connsiteX31" fmla="*/ 2876744 w 6537941"/>
                <a:gd name="connsiteY31" fmla="*/ 1103 h 164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37941" h="1649722">
                  <a:moveTo>
                    <a:pt x="2876744" y="1103"/>
                  </a:moveTo>
                  <a:cubicBezTo>
                    <a:pt x="2989886" y="-1807"/>
                    <a:pt x="3104252" y="839"/>
                    <a:pt x="3217758" y="11422"/>
                  </a:cubicBezTo>
                  <a:cubicBezTo>
                    <a:pt x="3671783" y="53755"/>
                    <a:pt x="4306783" y="276005"/>
                    <a:pt x="4671908" y="367022"/>
                  </a:cubicBezTo>
                  <a:cubicBezTo>
                    <a:pt x="5037033" y="458039"/>
                    <a:pt x="5198958" y="510955"/>
                    <a:pt x="5408508" y="557522"/>
                  </a:cubicBezTo>
                  <a:cubicBezTo>
                    <a:pt x="5618058" y="604089"/>
                    <a:pt x="5784216" y="647480"/>
                    <a:pt x="5929208" y="646422"/>
                  </a:cubicBezTo>
                  <a:cubicBezTo>
                    <a:pt x="6074200" y="645364"/>
                    <a:pt x="6180033" y="547997"/>
                    <a:pt x="6278458" y="551172"/>
                  </a:cubicBezTo>
                  <a:cubicBezTo>
                    <a:pt x="6376883" y="554347"/>
                    <a:pt x="6484833" y="550114"/>
                    <a:pt x="6519758" y="665472"/>
                  </a:cubicBezTo>
                  <a:cubicBezTo>
                    <a:pt x="6554683" y="780830"/>
                    <a:pt x="6536691" y="1143839"/>
                    <a:pt x="6488008" y="1243322"/>
                  </a:cubicBezTo>
                  <a:cubicBezTo>
                    <a:pt x="6439325" y="1342805"/>
                    <a:pt x="6340900" y="1277189"/>
                    <a:pt x="6227658" y="1262372"/>
                  </a:cubicBezTo>
                  <a:cubicBezTo>
                    <a:pt x="6114416" y="1247555"/>
                    <a:pt x="5986358" y="1143839"/>
                    <a:pt x="5808558" y="1154422"/>
                  </a:cubicBezTo>
                  <a:cubicBezTo>
                    <a:pt x="5630758" y="1165005"/>
                    <a:pt x="5402158" y="1250730"/>
                    <a:pt x="5160858" y="1325872"/>
                  </a:cubicBezTo>
                  <a:cubicBezTo>
                    <a:pt x="4919558" y="1401014"/>
                    <a:pt x="4676141" y="1551297"/>
                    <a:pt x="4360758" y="1605272"/>
                  </a:cubicBezTo>
                  <a:cubicBezTo>
                    <a:pt x="4045375" y="1659247"/>
                    <a:pt x="3662258" y="1645489"/>
                    <a:pt x="3268558" y="1649722"/>
                  </a:cubicBezTo>
                  <a:lnTo>
                    <a:pt x="1998558" y="1630672"/>
                  </a:lnTo>
                  <a:cubicBezTo>
                    <a:pt x="1592158" y="1594689"/>
                    <a:pt x="1132577" y="1514652"/>
                    <a:pt x="830158" y="1433822"/>
                  </a:cubicBezTo>
                  <a:cubicBezTo>
                    <a:pt x="527739" y="1352992"/>
                    <a:pt x="305092" y="1212895"/>
                    <a:pt x="184045" y="1145691"/>
                  </a:cubicBezTo>
                  <a:cubicBezTo>
                    <a:pt x="93260" y="1095288"/>
                    <a:pt x="112980" y="1072343"/>
                    <a:pt x="113948" y="1051575"/>
                  </a:cubicBezTo>
                  <a:lnTo>
                    <a:pt x="201509" y="1045679"/>
                  </a:lnTo>
                  <a:cubicBezTo>
                    <a:pt x="239609" y="1054013"/>
                    <a:pt x="290806" y="1060761"/>
                    <a:pt x="337240" y="1086161"/>
                  </a:cubicBezTo>
                  <a:cubicBezTo>
                    <a:pt x="383674" y="1111561"/>
                    <a:pt x="480115" y="1198079"/>
                    <a:pt x="480115" y="1198079"/>
                  </a:cubicBezTo>
                  <a:cubicBezTo>
                    <a:pt x="522184" y="1231813"/>
                    <a:pt x="592828" y="1292139"/>
                    <a:pt x="589653" y="1288567"/>
                  </a:cubicBezTo>
                  <a:cubicBezTo>
                    <a:pt x="586478" y="1284995"/>
                    <a:pt x="497974" y="1208398"/>
                    <a:pt x="461065" y="1176648"/>
                  </a:cubicBezTo>
                  <a:cubicBezTo>
                    <a:pt x="424156" y="1144898"/>
                    <a:pt x="407884" y="1120689"/>
                    <a:pt x="368197" y="1098067"/>
                  </a:cubicBezTo>
                  <a:cubicBezTo>
                    <a:pt x="328510" y="1075445"/>
                    <a:pt x="270398" y="1054068"/>
                    <a:pt x="222940" y="1040917"/>
                  </a:cubicBezTo>
                  <a:cubicBezTo>
                    <a:pt x="175482" y="1027766"/>
                    <a:pt x="108616" y="1023861"/>
                    <a:pt x="83450" y="1019161"/>
                  </a:cubicBezTo>
                  <a:lnTo>
                    <a:pt x="71941" y="1012718"/>
                  </a:lnTo>
                  <a:cubicBezTo>
                    <a:pt x="35491" y="998226"/>
                    <a:pt x="-10851" y="1002746"/>
                    <a:pt x="2277" y="965509"/>
                  </a:cubicBezTo>
                  <a:cubicBezTo>
                    <a:pt x="15405" y="928272"/>
                    <a:pt x="55590" y="854649"/>
                    <a:pt x="150708" y="789297"/>
                  </a:cubicBezTo>
                  <a:cubicBezTo>
                    <a:pt x="245826" y="723945"/>
                    <a:pt x="410000" y="643776"/>
                    <a:pt x="572983" y="573397"/>
                  </a:cubicBezTo>
                  <a:cubicBezTo>
                    <a:pt x="735966" y="503018"/>
                    <a:pt x="868258" y="453805"/>
                    <a:pt x="1128608" y="367022"/>
                  </a:cubicBezTo>
                  <a:cubicBezTo>
                    <a:pt x="1388958" y="280239"/>
                    <a:pt x="1599566" y="172289"/>
                    <a:pt x="1947758" y="113022"/>
                  </a:cubicBezTo>
                  <a:cubicBezTo>
                    <a:pt x="2208902" y="68572"/>
                    <a:pt x="2537316" y="9835"/>
                    <a:pt x="2876744" y="1103"/>
                  </a:cubicBezTo>
                  <a:close/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7" name="Oval 906">
              <a:extLst>
                <a:ext uri="{FF2B5EF4-FFF2-40B4-BE49-F238E27FC236}">
                  <a16:creationId xmlns:a16="http://schemas.microsoft.com/office/drawing/2014/main" id="{F8FC83B6-E172-4313-AACF-34F89BE52F9B}"/>
                </a:ext>
              </a:extLst>
            </p:cNvPr>
            <p:cNvSpPr/>
            <p:nvPr/>
          </p:nvSpPr>
          <p:spPr>
            <a:xfrm>
              <a:off x="3644488" y="2084636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8" name="Oval 907">
              <a:extLst>
                <a:ext uri="{FF2B5EF4-FFF2-40B4-BE49-F238E27FC236}">
                  <a16:creationId xmlns:a16="http://schemas.microsoft.com/office/drawing/2014/main" id="{471A9F91-147F-439F-9234-6359877AB0F7}"/>
                </a:ext>
              </a:extLst>
            </p:cNvPr>
            <p:cNvSpPr/>
            <p:nvPr/>
          </p:nvSpPr>
          <p:spPr>
            <a:xfrm>
              <a:off x="4592467" y="2093059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09" name="Oval 908">
              <a:extLst>
                <a:ext uri="{FF2B5EF4-FFF2-40B4-BE49-F238E27FC236}">
                  <a16:creationId xmlns:a16="http://schemas.microsoft.com/office/drawing/2014/main" id="{D89D164C-035B-4F12-867F-13C5EF650088}"/>
                </a:ext>
              </a:extLst>
            </p:cNvPr>
            <p:cNvSpPr/>
            <p:nvPr/>
          </p:nvSpPr>
          <p:spPr>
            <a:xfrm>
              <a:off x="4066732" y="2042518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0" name="Oval 909">
              <a:extLst>
                <a:ext uri="{FF2B5EF4-FFF2-40B4-BE49-F238E27FC236}">
                  <a16:creationId xmlns:a16="http://schemas.microsoft.com/office/drawing/2014/main" id="{75CD475B-8121-4038-94A9-797B041C5EA3}"/>
                </a:ext>
              </a:extLst>
            </p:cNvPr>
            <p:cNvSpPr/>
            <p:nvPr/>
          </p:nvSpPr>
          <p:spPr>
            <a:xfrm>
              <a:off x="5481189" y="2359859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1" name="Oval 910">
              <a:extLst>
                <a:ext uri="{FF2B5EF4-FFF2-40B4-BE49-F238E27FC236}">
                  <a16:creationId xmlns:a16="http://schemas.microsoft.com/office/drawing/2014/main" id="{61ED9801-B037-4221-B275-AA7B4BB36D15}"/>
                </a:ext>
              </a:extLst>
            </p:cNvPr>
            <p:cNvSpPr/>
            <p:nvPr/>
          </p:nvSpPr>
          <p:spPr>
            <a:xfrm>
              <a:off x="5435572" y="2105714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2" name="Oval 911">
              <a:extLst>
                <a:ext uri="{FF2B5EF4-FFF2-40B4-BE49-F238E27FC236}">
                  <a16:creationId xmlns:a16="http://schemas.microsoft.com/office/drawing/2014/main" id="{D46A588C-AF1B-4DBC-8A96-8C34BC98BEE4}"/>
                </a:ext>
              </a:extLst>
            </p:cNvPr>
            <p:cNvSpPr/>
            <p:nvPr/>
          </p:nvSpPr>
          <p:spPr>
            <a:xfrm>
              <a:off x="7933818" y="2484197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3" name="Oval 912">
              <a:extLst>
                <a:ext uri="{FF2B5EF4-FFF2-40B4-BE49-F238E27FC236}">
                  <a16:creationId xmlns:a16="http://schemas.microsoft.com/office/drawing/2014/main" id="{0406A0E8-DB39-494C-9A7E-912E2CD1079E}"/>
                </a:ext>
              </a:extLst>
            </p:cNvPr>
            <p:cNvSpPr/>
            <p:nvPr/>
          </p:nvSpPr>
          <p:spPr>
            <a:xfrm>
              <a:off x="8154299" y="2406661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4" name="Oval 913">
              <a:extLst>
                <a:ext uri="{FF2B5EF4-FFF2-40B4-BE49-F238E27FC236}">
                  <a16:creationId xmlns:a16="http://schemas.microsoft.com/office/drawing/2014/main" id="{FB3C966A-BEEA-420F-B6DE-141D757FA7D0}"/>
                </a:ext>
              </a:extLst>
            </p:cNvPr>
            <p:cNvSpPr/>
            <p:nvPr/>
          </p:nvSpPr>
          <p:spPr>
            <a:xfrm>
              <a:off x="5021617" y="2205348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5" name="Oval 914">
              <a:extLst>
                <a:ext uri="{FF2B5EF4-FFF2-40B4-BE49-F238E27FC236}">
                  <a16:creationId xmlns:a16="http://schemas.microsoft.com/office/drawing/2014/main" id="{2A2AC2F7-80FB-4BF8-AE4D-6F60A244B13D}"/>
                </a:ext>
              </a:extLst>
            </p:cNvPr>
            <p:cNvSpPr/>
            <p:nvPr/>
          </p:nvSpPr>
          <p:spPr>
            <a:xfrm>
              <a:off x="2370425" y="2421714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6" name="Oval 915">
              <a:extLst>
                <a:ext uri="{FF2B5EF4-FFF2-40B4-BE49-F238E27FC236}">
                  <a16:creationId xmlns:a16="http://schemas.microsoft.com/office/drawing/2014/main" id="{A42BAA18-847A-4B1F-B259-4E9492BB4314}"/>
                </a:ext>
              </a:extLst>
            </p:cNvPr>
            <p:cNvSpPr/>
            <p:nvPr/>
          </p:nvSpPr>
          <p:spPr>
            <a:xfrm>
              <a:off x="2735393" y="2413505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7" name="Oval 916">
              <a:extLst>
                <a:ext uri="{FF2B5EF4-FFF2-40B4-BE49-F238E27FC236}">
                  <a16:creationId xmlns:a16="http://schemas.microsoft.com/office/drawing/2014/main" id="{F2E02C55-8716-48E3-AE56-78A94520251F}"/>
                </a:ext>
              </a:extLst>
            </p:cNvPr>
            <p:cNvSpPr/>
            <p:nvPr/>
          </p:nvSpPr>
          <p:spPr>
            <a:xfrm>
              <a:off x="3304085" y="2205348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8" name="Oval 917">
              <a:extLst>
                <a:ext uri="{FF2B5EF4-FFF2-40B4-BE49-F238E27FC236}">
                  <a16:creationId xmlns:a16="http://schemas.microsoft.com/office/drawing/2014/main" id="{554BD623-BC70-4AF1-93E9-6AF5BB7EA102}"/>
                </a:ext>
              </a:extLst>
            </p:cNvPr>
            <p:cNvSpPr/>
            <p:nvPr/>
          </p:nvSpPr>
          <p:spPr>
            <a:xfrm>
              <a:off x="6709745" y="2358580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9" name="Oval 918">
              <a:extLst>
                <a:ext uri="{FF2B5EF4-FFF2-40B4-BE49-F238E27FC236}">
                  <a16:creationId xmlns:a16="http://schemas.microsoft.com/office/drawing/2014/main" id="{D11045D3-7FD1-41E5-A43F-2ADD5CB04973}"/>
                </a:ext>
              </a:extLst>
            </p:cNvPr>
            <p:cNvSpPr/>
            <p:nvPr/>
          </p:nvSpPr>
          <p:spPr>
            <a:xfrm>
              <a:off x="6261450" y="2164795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20" name="Oval 919">
              <a:extLst>
                <a:ext uri="{FF2B5EF4-FFF2-40B4-BE49-F238E27FC236}">
                  <a16:creationId xmlns:a16="http://schemas.microsoft.com/office/drawing/2014/main" id="{4892E627-B7D0-4EED-A30D-796D717414D3}"/>
                </a:ext>
              </a:extLst>
            </p:cNvPr>
            <p:cNvSpPr/>
            <p:nvPr/>
          </p:nvSpPr>
          <p:spPr>
            <a:xfrm>
              <a:off x="7173114" y="2533399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21" name="Oval 920">
              <a:extLst>
                <a:ext uri="{FF2B5EF4-FFF2-40B4-BE49-F238E27FC236}">
                  <a16:creationId xmlns:a16="http://schemas.microsoft.com/office/drawing/2014/main" id="{E4356430-936F-40EC-9FF9-EE0E560C1618}"/>
                </a:ext>
              </a:extLst>
            </p:cNvPr>
            <p:cNvSpPr/>
            <p:nvPr/>
          </p:nvSpPr>
          <p:spPr>
            <a:xfrm>
              <a:off x="5934912" y="2183552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22" name="Oval 921">
              <a:extLst>
                <a:ext uri="{FF2B5EF4-FFF2-40B4-BE49-F238E27FC236}">
                  <a16:creationId xmlns:a16="http://schemas.microsoft.com/office/drawing/2014/main" id="{F83A575E-7F2C-4787-9DCB-243C0838BABC}"/>
                </a:ext>
              </a:extLst>
            </p:cNvPr>
            <p:cNvSpPr/>
            <p:nvPr/>
          </p:nvSpPr>
          <p:spPr>
            <a:xfrm>
              <a:off x="4917992" y="1909369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23" name="Oval 922">
              <a:extLst>
                <a:ext uri="{FF2B5EF4-FFF2-40B4-BE49-F238E27FC236}">
                  <a16:creationId xmlns:a16="http://schemas.microsoft.com/office/drawing/2014/main" id="{3C7D7C93-69A1-4972-A751-7F0A1DD1BCAA}"/>
                </a:ext>
              </a:extLst>
            </p:cNvPr>
            <p:cNvSpPr/>
            <p:nvPr/>
          </p:nvSpPr>
          <p:spPr>
            <a:xfrm>
              <a:off x="3477890" y="2057909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24" name="Oval 923">
              <a:extLst>
                <a:ext uri="{FF2B5EF4-FFF2-40B4-BE49-F238E27FC236}">
                  <a16:creationId xmlns:a16="http://schemas.microsoft.com/office/drawing/2014/main" id="{BEACB472-CB34-499B-9F70-17DCBB729FFA}"/>
                </a:ext>
              </a:extLst>
            </p:cNvPr>
            <p:cNvSpPr/>
            <p:nvPr/>
          </p:nvSpPr>
          <p:spPr>
            <a:xfrm>
              <a:off x="3852098" y="2208055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25" name="Oval 924">
              <a:extLst>
                <a:ext uri="{FF2B5EF4-FFF2-40B4-BE49-F238E27FC236}">
                  <a16:creationId xmlns:a16="http://schemas.microsoft.com/office/drawing/2014/main" id="{7314ABD2-0CC0-49AE-8FB4-933EF62E92C6}"/>
                </a:ext>
              </a:extLst>
            </p:cNvPr>
            <p:cNvSpPr/>
            <p:nvPr/>
          </p:nvSpPr>
          <p:spPr>
            <a:xfrm>
              <a:off x="3907996" y="1937507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26" name="Oval 925">
              <a:extLst>
                <a:ext uri="{FF2B5EF4-FFF2-40B4-BE49-F238E27FC236}">
                  <a16:creationId xmlns:a16="http://schemas.microsoft.com/office/drawing/2014/main" id="{831CD676-0208-4956-8BED-9397CE5001F6}"/>
                </a:ext>
              </a:extLst>
            </p:cNvPr>
            <p:cNvSpPr/>
            <p:nvPr/>
          </p:nvSpPr>
          <p:spPr>
            <a:xfrm>
              <a:off x="4236934" y="2264878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27" name="Oval 926">
              <a:extLst>
                <a:ext uri="{FF2B5EF4-FFF2-40B4-BE49-F238E27FC236}">
                  <a16:creationId xmlns:a16="http://schemas.microsoft.com/office/drawing/2014/main" id="{69E0B559-40AE-478F-B06F-66B9BF237D4D}"/>
                </a:ext>
              </a:extLst>
            </p:cNvPr>
            <p:cNvSpPr/>
            <p:nvPr/>
          </p:nvSpPr>
          <p:spPr>
            <a:xfrm>
              <a:off x="4253397" y="1895912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28" name="Oval 927">
              <a:extLst>
                <a:ext uri="{FF2B5EF4-FFF2-40B4-BE49-F238E27FC236}">
                  <a16:creationId xmlns:a16="http://schemas.microsoft.com/office/drawing/2014/main" id="{8EF287BD-17F2-407F-9AB2-64414298C5DE}"/>
                </a:ext>
              </a:extLst>
            </p:cNvPr>
            <p:cNvSpPr/>
            <p:nvPr/>
          </p:nvSpPr>
          <p:spPr>
            <a:xfrm>
              <a:off x="4470028" y="2114340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29" name="Oval 928">
              <a:extLst>
                <a:ext uri="{FF2B5EF4-FFF2-40B4-BE49-F238E27FC236}">
                  <a16:creationId xmlns:a16="http://schemas.microsoft.com/office/drawing/2014/main" id="{85FCEA2E-C715-46DE-9C29-C6F7E8129DDE}"/>
                </a:ext>
              </a:extLst>
            </p:cNvPr>
            <p:cNvSpPr/>
            <p:nvPr/>
          </p:nvSpPr>
          <p:spPr>
            <a:xfrm>
              <a:off x="4752870" y="184551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30" name="Oval 929">
              <a:extLst>
                <a:ext uri="{FF2B5EF4-FFF2-40B4-BE49-F238E27FC236}">
                  <a16:creationId xmlns:a16="http://schemas.microsoft.com/office/drawing/2014/main" id="{6D13282A-0C14-4242-BADB-FBD95BEDE681}"/>
                </a:ext>
              </a:extLst>
            </p:cNvPr>
            <p:cNvSpPr/>
            <p:nvPr/>
          </p:nvSpPr>
          <p:spPr>
            <a:xfrm>
              <a:off x="3146574" y="2172142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31" name="Oval 930">
              <a:extLst>
                <a:ext uri="{FF2B5EF4-FFF2-40B4-BE49-F238E27FC236}">
                  <a16:creationId xmlns:a16="http://schemas.microsoft.com/office/drawing/2014/main" id="{FA17A651-9BC1-4C19-8401-302FDBE02D77}"/>
                </a:ext>
              </a:extLst>
            </p:cNvPr>
            <p:cNvSpPr/>
            <p:nvPr/>
          </p:nvSpPr>
          <p:spPr>
            <a:xfrm>
              <a:off x="3782690" y="2362709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32" name="Oval 931">
              <a:extLst>
                <a:ext uri="{FF2B5EF4-FFF2-40B4-BE49-F238E27FC236}">
                  <a16:creationId xmlns:a16="http://schemas.microsoft.com/office/drawing/2014/main" id="{5D310BE9-F83A-4205-86A1-5271727C79D8}"/>
                </a:ext>
              </a:extLst>
            </p:cNvPr>
            <p:cNvSpPr/>
            <p:nvPr/>
          </p:nvSpPr>
          <p:spPr>
            <a:xfrm>
              <a:off x="2607918" y="2319065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33" name="Oval 932">
              <a:extLst>
                <a:ext uri="{FF2B5EF4-FFF2-40B4-BE49-F238E27FC236}">
                  <a16:creationId xmlns:a16="http://schemas.microsoft.com/office/drawing/2014/main" id="{B9E5C1EA-2E09-456D-A6FC-B848A46796C0}"/>
                </a:ext>
              </a:extLst>
            </p:cNvPr>
            <p:cNvSpPr/>
            <p:nvPr/>
          </p:nvSpPr>
          <p:spPr>
            <a:xfrm>
              <a:off x="2103197" y="2548327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34" name="Oval 933">
              <a:extLst>
                <a:ext uri="{FF2B5EF4-FFF2-40B4-BE49-F238E27FC236}">
                  <a16:creationId xmlns:a16="http://schemas.microsoft.com/office/drawing/2014/main" id="{6BD3DB05-B3C3-41BF-A520-9AE662DBB439}"/>
                </a:ext>
              </a:extLst>
            </p:cNvPr>
            <p:cNvSpPr/>
            <p:nvPr/>
          </p:nvSpPr>
          <p:spPr>
            <a:xfrm>
              <a:off x="4482517" y="1900406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35" name="Oval 934">
              <a:extLst>
                <a:ext uri="{FF2B5EF4-FFF2-40B4-BE49-F238E27FC236}">
                  <a16:creationId xmlns:a16="http://schemas.microsoft.com/office/drawing/2014/main" id="{C12D8F43-AA4A-43E6-8D2E-56B36F3CE8C2}"/>
                </a:ext>
              </a:extLst>
            </p:cNvPr>
            <p:cNvSpPr/>
            <p:nvPr/>
          </p:nvSpPr>
          <p:spPr>
            <a:xfrm>
              <a:off x="4829092" y="2225413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36" name="Oval 935">
              <a:extLst>
                <a:ext uri="{FF2B5EF4-FFF2-40B4-BE49-F238E27FC236}">
                  <a16:creationId xmlns:a16="http://schemas.microsoft.com/office/drawing/2014/main" id="{9E14EBA3-2DD1-4E82-AA62-517E93971A1C}"/>
                </a:ext>
              </a:extLst>
            </p:cNvPr>
            <p:cNvSpPr/>
            <p:nvPr/>
          </p:nvSpPr>
          <p:spPr>
            <a:xfrm>
              <a:off x="5234336" y="1992849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37" name="Oval 936">
              <a:extLst>
                <a:ext uri="{FF2B5EF4-FFF2-40B4-BE49-F238E27FC236}">
                  <a16:creationId xmlns:a16="http://schemas.microsoft.com/office/drawing/2014/main" id="{417CE737-6A50-431B-8C9F-8FD5A0B96AE7}"/>
                </a:ext>
              </a:extLst>
            </p:cNvPr>
            <p:cNvSpPr/>
            <p:nvPr/>
          </p:nvSpPr>
          <p:spPr>
            <a:xfrm>
              <a:off x="5737071" y="2378959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38" name="Oval 937">
              <a:extLst>
                <a:ext uri="{FF2B5EF4-FFF2-40B4-BE49-F238E27FC236}">
                  <a16:creationId xmlns:a16="http://schemas.microsoft.com/office/drawing/2014/main" id="{0A64159C-B29E-4560-BC59-3FEDA838F43C}"/>
                </a:ext>
              </a:extLst>
            </p:cNvPr>
            <p:cNvSpPr/>
            <p:nvPr/>
          </p:nvSpPr>
          <p:spPr>
            <a:xfrm>
              <a:off x="5556905" y="2218877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39" name="Oval 938">
              <a:extLst>
                <a:ext uri="{FF2B5EF4-FFF2-40B4-BE49-F238E27FC236}">
                  <a16:creationId xmlns:a16="http://schemas.microsoft.com/office/drawing/2014/main" id="{CC387402-8EB0-4807-97CF-0C69FDE46C76}"/>
                </a:ext>
              </a:extLst>
            </p:cNvPr>
            <p:cNvSpPr/>
            <p:nvPr/>
          </p:nvSpPr>
          <p:spPr>
            <a:xfrm>
              <a:off x="5827400" y="2117666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40" name="Oval 939">
              <a:extLst>
                <a:ext uri="{FF2B5EF4-FFF2-40B4-BE49-F238E27FC236}">
                  <a16:creationId xmlns:a16="http://schemas.microsoft.com/office/drawing/2014/main" id="{DD985959-6B7F-44C7-A4E4-8F143A20DC30}"/>
                </a:ext>
              </a:extLst>
            </p:cNvPr>
            <p:cNvSpPr/>
            <p:nvPr/>
          </p:nvSpPr>
          <p:spPr>
            <a:xfrm>
              <a:off x="6379232" y="237245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41" name="Oval 940">
              <a:extLst>
                <a:ext uri="{FF2B5EF4-FFF2-40B4-BE49-F238E27FC236}">
                  <a16:creationId xmlns:a16="http://schemas.microsoft.com/office/drawing/2014/main" id="{51F3034F-B586-4EE4-BE13-DFE9DC1CB209}"/>
                </a:ext>
              </a:extLst>
            </p:cNvPr>
            <p:cNvSpPr/>
            <p:nvPr/>
          </p:nvSpPr>
          <p:spPr>
            <a:xfrm>
              <a:off x="5996643" y="242171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42" name="Oval 941">
              <a:extLst>
                <a:ext uri="{FF2B5EF4-FFF2-40B4-BE49-F238E27FC236}">
                  <a16:creationId xmlns:a16="http://schemas.microsoft.com/office/drawing/2014/main" id="{FAC5664A-1486-43DC-BD86-B52880EA81C1}"/>
                </a:ext>
              </a:extLst>
            </p:cNvPr>
            <p:cNvSpPr/>
            <p:nvPr/>
          </p:nvSpPr>
          <p:spPr>
            <a:xfrm>
              <a:off x="5495604" y="1938618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43" name="Oval 942">
              <a:extLst>
                <a:ext uri="{FF2B5EF4-FFF2-40B4-BE49-F238E27FC236}">
                  <a16:creationId xmlns:a16="http://schemas.microsoft.com/office/drawing/2014/main" id="{546A73AC-C4A5-4239-8641-7FC4360DC712}"/>
                </a:ext>
              </a:extLst>
            </p:cNvPr>
            <p:cNvSpPr/>
            <p:nvPr/>
          </p:nvSpPr>
          <p:spPr>
            <a:xfrm>
              <a:off x="5057670" y="215031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44" name="Oval 943">
              <a:extLst>
                <a:ext uri="{FF2B5EF4-FFF2-40B4-BE49-F238E27FC236}">
                  <a16:creationId xmlns:a16="http://schemas.microsoft.com/office/drawing/2014/main" id="{EDCFAB6E-E11A-4853-8943-5F90659F5608}"/>
                </a:ext>
              </a:extLst>
            </p:cNvPr>
            <p:cNvSpPr/>
            <p:nvPr/>
          </p:nvSpPr>
          <p:spPr>
            <a:xfrm>
              <a:off x="5296502" y="2232130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45" name="Oval 944">
              <a:extLst>
                <a:ext uri="{FF2B5EF4-FFF2-40B4-BE49-F238E27FC236}">
                  <a16:creationId xmlns:a16="http://schemas.microsoft.com/office/drawing/2014/main" id="{C543D3B8-E477-4DD3-B115-30EF1CAC9EC4}"/>
                </a:ext>
              </a:extLst>
            </p:cNvPr>
            <p:cNvSpPr/>
            <p:nvPr/>
          </p:nvSpPr>
          <p:spPr>
            <a:xfrm>
              <a:off x="6889160" y="2302861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46" name="Oval 945">
              <a:extLst>
                <a:ext uri="{FF2B5EF4-FFF2-40B4-BE49-F238E27FC236}">
                  <a16:creationId xmlns:a16="http://schemas.microsoft.com/office/drawing/2014/main" id="{A7054D05-E5CC-4FE5-B7E6-766B7F298995}"/>
                </a:ext>
              </a:extLst>
            </p:cNvPr>
            <p:cNvSpPr/>
            <p:nvPr/>
          </p:nvSpPr>
          <p:spPr>
            <a:xfrm>
              <a:off x="7077162" y="2367735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47" name="Oval 946">
              <a:extLst>
                <a:ext uri="{FF2B5EF4-FFF2-40B4-BE49-F238E27FC236}">
                  <a16:creationId xmlns:a16="http://schemas.microsoft.com/office/drawing/2014/main" id="{59400667-EFE7-4D37-A88F-FE4BFA25A230}"/>
                </a:ext>
              </a:extLst>
            </p:cNvPr>
            <p:cNvSpPr/>
            <p:nvPr/>
          </p:nvSpPr>
          <p:spPr>
            <a:xfrm>
              <a:off x="6540872" y="223395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48" name="Oval 947">
              <a:extLst>
                <a:ext uri="{FF2B5EF4-FFF2-40B4-BE49-F238E27FC236}">
                  <a16:creationId xmlns:a16="http://schemas.microsoft.com/office/drawing/2014/main" id="{484EA8A3-09C7-4E23-AAE4-2EA10F01C23D}"/>
                </a:ext>
              </a:extLst>
            </p:cNvPr>
            <p:cNvSpPr/>
            <p:nvPr/>
          </p:nvSpPr>
          <p:spPr>
            <a:xfrm>
              <a:off x="8256580" y="2582857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49" name="Oval 948">
              <a:extLst>
                <a:ext uri="{FF2B5EF4-FFF2-40B4-BE49-F238E27FC236}">
                  <a16:creationId xmlns:a16="http://schemas.microsoft.com/office/drawing/2014/main" id="{C66E4C3A-153B-4C41-B372-0A80394E7391}"/>
                </a:ext>
              </a:extLst>
            </p:cNvPr>
            <p:cNvSpPr/>
            <p:nvPr/>
          </p:nvSpPr>
          <p:spPr>
            <a:xfrm>
              <a:off x="7596794" y="2521233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50" name="Oval 949">
              <a:extLst>
                <a:ext uri="{FF2B5EF4-FFF2-40B4-BE49-F238E27FC236}">
                  <a16:creationId xmlns:a16="http://schemas.microsoft.com/office/drawing/2014/main" id="{C89D9431-0802-47B6-94F9-A1FDE606FEF0}"/>
                </a:ext>
              </a:extLst>
            </p:cNvPr>
            <p:cNvSpPr/>
            <p:nvPr/>
          </p:nvSpPr>
          <p:spPr>
            <a:xfrm>
              <a:off x="7497782" y="2433146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51" name="Oval 950">
              <a:extLst>
                <a:ext uri="{FF2B5EF4-FFF2-40B4-BE49-F238E27FC236}">
                  <a16:creationId xmlns:a16="http://schemas.microsoft.com/office/drawing/2014/main" id="{F3F1A875-334A-463D-BA3C-4AC2976FCECB}"/>
                </a:ext>
              </a:extLst>
            </p:cNvPr>
            <p:cNvSpPr/>
            <p:nvPr/>
          </p:nvSpPr>
          <p:spPr>
            <a:xfrm>
              <a:off x="7813597" y="2471172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E6A9A96B-EBA6-4383-9591-4B99D1229EAB}"/>
                </a:ext>
              </a:extLst>
            </p:cNvPr>
            <p:cNvSpPr/>
            <p:nvPr/>
          </p:nvSpPr>
          <p:spPr>
            <a:xfrm>
              <a:off x="5327870" y="3349620"/>
              <a:ext cx="576773" cy="658281"/>
            </a:xfrm>
            <a:custGeom>
              <a:avLst/>
              <a:gdLst>
                <a:gd name="connsiteX0" fmla="*/ 0 w 576773"/>
                <a:gd name="connsiteY0" fmla="*/ 50800 h 658281"/>
                <a:gd name="connsiteX1" fmla="*/ 247650 w 576773"/>
                <a:gd name="connsiteY1" fmla="*/ 654050 h 658281"/>
                <a:gd name="connsiteX2" fmla="*/ 527050 w 576773"/>
                <a:gd name="connsiteY2" fmla="*/ 311150 h 658281"/>
                <a:gd name="connsiteX3" fmla="*/ 539750 w 576773"/>
                <a:gd name="connsiteY3" fmla="*/ 152400 h 658281"/>
                <a:gd name="connsiteX4" fmla="*/ 146050 w 576773"/>
                <a:gd name="connsiteY4" fmla="*/ 0 h 65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773" h="658281">
                  <a:moveTo>
                    <a:pt x="0" y="50800"/>
                  </a:moveTo>
                  <a:cubicBezTo>
                    <a:pt x="79904" y="330729"/>
                    <a:pt x="159808" y="610658"/>
                    <a:pt x="247650" y="654050"/>
                  </a:cubicBezTo>
                  <a:cubicBezTo>
                    <a:pt x="335492" y="697442"/>
                    <a:pt x="478367" y="394758"/>
                    <a:pt x="527050" y="311150"/>
                  </a:cubicBezTo>
                  <a:cubicBezTo>
                    <a:pt x="575733" y="227542"/>
                    <a:pt x="603250" y="204258"/>
                    <a:pt x="539750" y="152400"/>
                  </a:cubicBezTo>
                  <a:cubicBezTo>
                    <a:pt x="476250" y="100542"/>
                    <a:pt x="311150" y="50271"/>
                    <a:pt x="146050" y="0"/>
                  </a:cubicBezTo>
                </a:path>
              </a:pathLst>
            </a:custGeom>
            <a:gradFill>
              <a:gsLst>
                <a:gs pos="27000">
                  <a:srgbClr val="8F8B4E"/>
                </a:gs>
                <a:gs pos="75000">
                  <a:srgbClr val="EFD89F"/>
                </a:gs>
              </a:gsLst>
              <a:lin ang="300000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55" name="Group 954">
            <a:extLst>
              <a:ext uri="{FF2B5EF4-FFF2-40B4-BE49-F238E27FC236}">
                <a16:creationId xmlns:a16="http://schemas.microsoft.com/office/drawing/2014/main" id="{7AD1FF74-D9CA-4DEC-B319-AACF1A49D331}"/>
              </a:ext>
            </a:extLst>
          </p:cNvPr>
          <p:cNvGrpSpPr>
            <a:grpSpLocks noChangeAspect="1"/>
          </p:cNvGrpSpPr>
          <p:nvPr/>
        </p:nvGrpSpPr>
        <p:grpSpPr>
          <a:xfrm>
            <a:off x="5679456" y="1242651"/>
            <a:ext cx="1828800" cy="732199"/>
            <a:chOff x="1836840" y="1141241"/>
            <a:chExt cx="7160001" cy="2866660"/>
          </a:xfrm>
          <a:effectLst>
            <a:glow rad="63500">
              <a:schemeClr val="bg1">
                <a:alpha val="69000"/>
              </a:schemeClr>
            </a:glow>
          </a:effectLst>
        </p:grpSpPr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5D73D05A-8352-4CB2-A0DC-344224A3B5BB}"/>
                </a:ext>
              </a:extLst>
            </p:cNvPr>
            <p:cNvSpPr/>
            <p:nvPr/>
          </p:nvSpPr>
          <p:spPr>
            <a:xfrm>
              <a:off x="6948944" y="2183552"/>
              <a:ext cx="576138" cy="223109"/>
            </a:xfrm>
            <a:custGeom>
              <a:avLst/>
              <a:gdLst>
                <a:gd name="connsiteX0" fmla="*/ 42406 w 576138"/>
                <a:gd name="connsiteY0" fmla="*/ 70698 h 223109"/>
                <a:gd name="connsiteX1" fmla="*/ 455156 w 576138"/>
                <a:gd name="connsiteY1" fmla="*/ 848 h 223109"/>
                <a:gd name="connsiteX2" fmla="*/ 575806 w 576138"/>
                <a:gd name="connsiteY2" fmla="*/ 121498 h 223109"/>
                <a:gd name="connsiteX3" fmla="*/ 429756 w 576138"/>
                <a:gd name="connsiteY3" fmla="*/ 223098 h 223109"/>
                <a:gd name="connsiteX4" fmla="*/ 61456 w 576138"/>
                <a:gd name="connsiteY4" fmla="*/ 127848 h 223109"/>
                <a:gd name="connsiteX5" fmla="*/ 42406 w 576138"/>
                <a:gd name="connsiteY5" fmla="*/ 70698 h 22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6138" h="223109">
                  <a:moveTo>
                    <a:pt x="42406" y="70698"/>
                  </a:moveTo>
                  <a:cubicBezTo>
                    <a:pt x="108023" y="49531"/>
                    <a:pt x="366256" y="-7619"/>
                    <a:pt x="455156" y="848"/>
                  </a:cubicBezTo>
                  <a:cubicBezTo>
                    <a:pt x="544056" y="9315"/>
                    <a:pt x="580039" y="84456"/>
                    <a:pt x="575806" y="121498"/>
                  </a:cubicBezTo>
                  <a:cubicBezTo>
                    <a:pt x="571573" y="158540"/>
                    <a:pt x="515481" y="222040"/>
                    <a:pt x="429756" y="223098"/>
                  </a:cubicBezTo>
                  <a:cubicBezTo>
                    <a:pt x="344031" y="224156"/>
                    <a:pt x="132364" y="150073"/>
                    <a:pt x="61456" y="127848"/>
                  </a:cubicBezTo>
                  <a:cubicBezTo>
                    <a:pt x="-9452" y="105623"/>
                    <a:pt x="-23211" y="91865"/>
                    <a:pt x="42406" y="7069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E3D00"/>
                </a:gs>
                <a:gs pos="53000">
                  <a:srgbClr val="807D40"/>
                </a:gs>
              </a:gsLst>
              <a:path path="circle">
                <a:fillToRect l="100000" b="100000"/>
              </a:path>
              <a:tileRect t="-100000" r="-10000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E6C8068E-BAA8-4ABC-BBBC-94A8ACA34F05}"/>
                </a:ext>
              </a:extLst>
            </p:cNvPr>
            <p:cNvSpPr/>
            <p:nvPr/>
          </p:nvSpPr>
          <p:spPr>
            <a:xfrm>
              <a:off x="7603895" y="1740373"/>
              <a:ext cx="1392946" cy="1865037"/>
            </a:xfrm>
            <a:custGeom>
              <a:avLst/>
              <a:gdLst>
                <a:gd name="connsiteX0" fmla="*/ 1347373 w 1392946"/>
                <a:gd name="connsiteY0" fmla="*/ 866 h 1865037"/>
                <a:gd name="connsiteX1" fmla="*/ 1387705 w 1392946"/>
                <a:gd name="connsiteY1" fmla="*/ 31276 h 1865037"/>
                <a:gd name="connsiteX2" fmla="*/ 1292455 w 1392946"/>
                <a:gd name="connsiteY2" fmla="*/ 520226 h 1865037"/>
                <a:gd name="connsiteX3" fmla="*/ 1222605 w 1392946"/>
                <a:gd name="connsiteY3" fmla="*/ 964726 h 1865037"/>
                <a:gd name="connsiteX4" fmla="*/ 1221935 w 1392946"/>
                <a:gd name="connsiteY4" fmla="*/ 966932 h 1865037"/>
                <a:gd name="connsiteX5" fmla="*/ 1228637 w 1392946"/>
                <a:gd name="connsiteY5" fmla="*/ 996553 h 1865037"/>
                <a:gd name="connsiteX6" fmla="*/ 1276709 w 1392946"/>
                <a:gd name="connsiteY6" fmla="*/ 1344811 h 1865037"/>
                <a:gd name="connsiteX7" fmla="*/ 1371959 w 1392946"/>
                <a:gd name="connsiteY7" fmla="*/ 1833761 h 1865037"/>
                <a:gd name="connsiteX8" fmla="*/ 1105259 w 1392946"/>
                <a:gd name="connsiteY8" fmla="*/ 1789311 h 1865037"/>
                <a:gd name="connsiteX9" fmla="*/ 800459 w 1392946"/>
                <a:gd name="connsiteY9" fmla="*/ 1573411 h 1865037"/>
                <a:gd name="connsiteX10" fmla="*/ 305159 w 1392946"/>
                <a:gd name="connsiteY10" fmla="*/ 1205111 h 1865037"/>
                <a:gd name="connsiteX11" fmla="*/ 359 w 1392946"/>
                <a:gd name="connsiteY11" fmla="*/ 932061 h 1865037"/>
                <a:gd name="connsiteX12" fmla="*/ 19657 w 1392946"/>
                <a:gd name="connsiteY12" fmla="*/ 895450 h 1865037"/>
                <a:gd name="connsiteX13" fmla="*/ 43363 w 1392946"/>
                <a:gd name="connsiteY13" fmla="*/ 884823 h 1865037"/>
                <a:gd name="connsiteX14" fmla="*/ 48550 w 1392946"/>
                <a:gd name="connsiteY14" fmla="*/ 878108 h 1865037"/>
                <a:gd name="connsiteX15" fmla="*/ 320905 w 1392946"/>
                <a:gd name="connsiteY15" fmla="*/ 659926 h 1865037"/>
                <a:gd name="connsiteX16" fmla="*/ 816205 w 1392946"/>
                <a:gd name="connsiteY16" fmla="*/ 291626 h 1865037"/>
                <a:gd name="connsiteX17" fmla="*/ 1121005 w 1392946"/>
                <a:gd name="connsiteY17" fmla="*/ 75726 h 1865037"/>
                <a:gd name="connsiteX18" fmla="*/ 1347373 w 1392946"/>
                <a:gd name="connsiteY18" fmla="*/ 866 h 186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92946" h="1865037">
                  <a:moveTo>
                    <a:pt x="1347373" y="866"/>
                  </a:moveTo>
                  <a:cubicBezTo>
                    <a:pt x="1366274" y="3561"/>
                    <a:pt x="1380561" y="12755"/>
                    <a:pt x="1387705" y="31276"/>
                  </a:cubicBezTo>
                  <a:cubicBezTo>
                    <a:pt x="1416280" y="105359"/>
                    <a:pt x="1319972" y="364651"/>
                    <a:pt x="1292455" y="520226"/>
                  </a:cubicBezTo>
                  <a:cubicBezTo>
                    <a:pt x="1264938" y="675801"/>
                    <a:pt x="1257530" y="849368"/>
                    <a:pt x="1222605" y="964726"/>
                  </a:cubicBezTo>
                  <a:lnTo>
                    <a:pt x="1221935" y="966932"/>
                  </a:lnTo>
                  <a:lnTo>
                    <a:pt x="1228637" y="996553"/>
                  </a:lnTo>
                  <a:cubicBezTo>
                    <a:pt x="1246745" y="1101328"/>
                    <a:pt x="1256071" y="1228130"/>
                    <a:pt x="1276709" y="1344811"/>
                  </a:cubicBezTo>
                  <a:cubicBezTo>
                    <a:pt x="1304226" y="1500386"/>
                    <a:pt x="1400534" y="1759678"/>
                    <a:pt x="1371959" y="1833761"/>
                  </a:cubicBezTo>
                  <a:cubicBezTo>
                    <a:pt x="1343384" y="1907844"/>
                    <a:pt x="1200509" y="1832703"/>
                    <a:pt x="1105259" y="1789311"/>
                  </a:cubicBezTo>
                  <a:cubicBezTo>
                    <a:pt x="1010009" y="1745919"/>
                    <a:pt x="933809" y="1670778"/>
                    <a:pt x="800459" y="1573411"/>
                  </a:cubicBezTo>
                  <a:cubicBezTo>
                    <a:pt x="667109" y="1476044"/>
                    <a:pt x="438509" y="1312003"/>
                    <a:pt x="305159" y="1205111"/>
                  </a:cubicBezTo>
                  <a:cubicBezTo>
                    <a:pt x="171809" y="1098219"/>
                    <a:pt x="8826" y="996619"/>
                    <a:pt x="359" y="932061"/>
                  </a:cubicBezTo>
                  <a:cubicBezTo>
                    <a:pt x="-1758" y="915922"/>
                    <a:pt x="5584" y="904346"/>
                    <a:pt x="19657" y="895450"/>
                  </a:cubicBezTo>
                  <a:lnTo>
                    <a:pt x="43363" y="884823"/>
                  </a:lnTo>
                  <a:lnTo>
                    <a:pt x="48550" y="878108"/>
                  </a:lnTo>
                  <a:cubicBezTo>
                    <a:pt x="104212" y="817287"/>
                    <a:pt x="220893" y="740095"/>
                    <a:pt x="320905" y="659926"/>
                  </a:cubicBezTo>
                  <a:cubicBezTo>
                    <a:pt x="454255" y="553034"/>
                    <a:pt x="682855" y="388993"/>
                    <a:pt x="816205" y="291626"/>
                  </a:cubicBezTo>
                  <a:cubicBezTo>
                    <a:pt x="949555" y="194259"/>
                    <a:pt x="1025755" y="119118"/>
                    <a:pt x="1121005" y="75726"/>
                  </a:cubicBezTo>
                  <a:cubicBezTo>
                    <a:pt x="1192443" y="43182"/>
                    <a:pt x="1290669" y="-7221"/>
                    <a:pt x="1347373" y="866"/>
                  </a:cubicBezTo>
                  <a:close/>
                </a:path>
              </a:pathLst>
            </a:custGeom>
            <a:solidFill>
              <a:srgbClr val="5E580E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7CEB8330-B201-4E18-8590-EE4446BD270E}"/>
                </a:ext>
              </a:extLst>
            </p:cNvPr>
            <p:cNvSpPr/>
            <p:nvPr/>
          </p:nvSpPr>
          <p:spPr>
            <a:xfrm>
              <a:off x="4868641" y="1141241"/>
              <a:ext cx="956118" cy="790423"/>
            </a:xfrm>
            <a:custGeom>
              <a:avLst/>
              <a:gdLst>
                <a:gd name="connsiteX0" fmla="*/ 3535 w 956366"/>
                <a:gd name="connsiteY0" fmla="*/ 711250 h 787269"/>
                <a:gd name="connsiteX1" fmla="*/ 467085 w 956366"/>
                <a:gd name="connsiteY1" fmla="*/ 12750 h 787269"/>
                <a:gd name="connsiteX2" fmla="*/ 644885 w 956366"/>
                <a:gd name="connsiteY2" fmla="*/ 285800 h 787269"/>
                <a:gd name="connsiteX3" fmla="*/ 956035 w 956366"/>
                <a:gd name="connsiteY3" fmla="*/ 616000 h 787269"/>
                <a:gd name="connsiteX4" fmla="*/ 695685 w 956366"/>
                <a:gd name="connsiteY4" fmla="*/ 774750 h 787269"/>
                <a:gd name="connsiteX5" fmla="*/ 276585 w 956366"/>
                <a:gd name="connsiteY5" fmla="*/ 768400 h 787269"/>
                <a:gd name="connsiteX6" fmla="*/ 3535 w 956366"/>
                <a:gd name="connsiteY6" fmla="*/ 711250 h 787269"/>
                <a:gd name="connsiteX0" fmla="*/ 3535 w 956118"/>
                <a:gd name="connsiteY0" fmla="*/ 714404 h 790423"/>
                <a:gd name="connsiteX1" fmla="*/ 467085 w 956118"/>
                <a:gd name="connsiteY1" fmla="*/ 15904 h 790423"/>
                <a:gd name="connsiteX2" fmla="*/ 721085 w 956118"/>
                <a:gd name="connsiteY2" fmla="*/ 257204 h 790423"/>
                <a:gd name="connsiteX3" fmla="*/ 956035 w 956118"/>
                <a:gd name="connsiteY3" fmla="*/ 619154 h 790423"/>
                <a:gd name="connsiteX4" fmla="*/ 695685 w 956118"/>
                <a:gd name="connsiteY4" fmla="*/ 777904 h 790423"/>
                <a:gd name="connsiteX5" fmla="*/ 276585 w 956118"/>
                <a:gd name="connsiteY5" fmla="*/ 771554 h 790423"/>
                <a:gd name="connsiteX6" fmla="*/ 3535 w 956118"/>
                <a:gd name="connsiteY6" fmla="*/ 714404 h 79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118" h="790423">
                  <a:moveTo>
                    <a:pt x="3535" y="714404"/>
                  </a:moveTo>
                  <a:cubicBezTo>
                    <a:pt x="35285" y="588462"/>
                    <a:pt x="347493" y="92104"/>
                    <a:pt x="467085" y="15904"/>
                  </a:cubicBezTo>
                  <a:cubicBezTo>
                    <a:pt x="586677" y="-60296"/>
                    <a:pt x="639593" y="156662"/>
                    <a:pt x="721085" y="257204"/>
                  </a:cubicBezTo>
                  <a:cubicBezTo>
                    <a:pt x="802577" y="357746"/>
                    <a:pt x="960268" y="532371"/>
                    <a:pt x="956035" y="619154"/>
                  </a:cubicBezTo>
                  <a:cubicBezTo>
                    <a:pt x="951802" y="705937"/>
                    <a:pt x="808927" y="752504"/>
                    <a:pt x="695685" y="777904"/>
                  </a:cubicBezTo>
                  <a:cubicBezTo>
                    <a:pt x="582443" y="803304"/>
                    <a:pt x="391943" y="784254"/>
                    <a:pt x="276585" y="771554"/>
                  </a:cubicBezTo>
                  <a:cubicBezTo>
                    <a:pt x="161227" y="758854"/>
                    <a:pt x="-28215" y="840346"/>
                    <a:pt x="3535" y="714404"/>
                  </a:cubicBezTo>
                  <a:close/>
                </a:path>
              </a:pathLst>
            </a:custGeom>
            <a:gradFill>
              <a:gsLst>
                <a:gs pos="34000">
                  <a:srgbClr val="3E3D00"/>
                </a:gs>
                <a:gs pos="100000">
                  <a:srgbClr val="E2B954"/>
                </a:gs>
              </a:gsLst>
              <a:lin ang="1800000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18041706-B5F0-4033-A69B-73ECB97A613F}"/>
                </a:ext>
              </a:extLst>
            </p:cNvPr>
            <p:cNvSpPr/>
            <p:nvPr/>
          </p:nvSpPr>
          <p:spPr>
            <a:xfrm>
              <a:off x="6132132" y="3006497"/>
              <a:ext cx="1348595" cy="670173"/>
            </a:xfrm>
            <a:custGeom>
              <a:avLst/>
              <a:gdLst>
                <a:gd name="connsiteX0" fmla="*/ 55974 w 1205751"/>
                <a:gd name="connsiteY0" fmla="*/ 320903 h 670173"/>
                <a:gd name="connsiteX1" fmla="*/ 125824 w 1205751"/>
                <a:gd name="connsiteY1" fmla="*/ 390753 h 670173"/>
                <a:gd name="connsiteX2" fmla="*/ 443324 w 1205751"/>
                <a:gd name="connsiteY2" fmla="*/ 670153 h 670173"/>
                <a:gd name="connsiteX3" fmla="*/ 900524 w 1205751"/>
                <a:gd name="connsiteY3" fmla="*/ 403453 h 670173"/>
                <a:gd name="connsiteX4" fmla="*/ 1205324 w 1205751"/>
                <a:gd name="connsiteY4" fmla="*/ 54203 h 670173"/>
                <a:gd name="connsiteX5" fmla="*/ 837024 w 1205751"/>
                <a:gd name="connsiteY5" fmla="*/ 9753 h 670173"/>
                <a:gd name="connsiteX6" fmla="*/ 322674 w 1205751"/>
                <a:gd name="connsiteY6" fmla="*/ 143103 h 670173"/>
                <a:gd name="connsiteX7" fmla="*/ 11524 w 1205751"/>
                <a:gd name="connsiteY7" fmla="*/ 257403 h 670173"/>
                <a:gd name="connsiteX8" fmla="*/ 55974 w 1205751"/>
                <a:gd name="connsiteY8" fmla="*/ 320903 h 670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5751" h="670173">
                  <a:moveTo>
                    <a:pt x="55974" y="320903"/>
                  </a:moveTo>
                  <a:cubicBezTo>
                    <a:pt x="75024" y="343128"/>
                    <a:pt x="61266" y="332545"/>
                    <a:pt x="125824" y="390753"/>
                  </a:cubicBezTo>
                  <a:cubicBezTo>
                    <a:pt x="190382" y="448961"/>
                    <a:pt x="314207" y="668036"/>
                    <a:pt x="443324" y="670153"/>
                  </a:cubicBezTo>
                  <a:cubicBezTo>
                    <a:pt x="572441" y="672270"/>
                    <a:pt x="773524" y="506111"/>
                    <a:pt x="900524" y="403453"/>
                  </a:cubicBezTo>
                  <a:cubicBezTo>
                    <a:pt x="1027524" y="300795"/>
                    <a:pt x="1215907" y="119820"/>
                    <a:pt x="1205324" y="54203"/>
                  </a:cubicBezTo>
                  <a:cubicBezTo>
                    <a:pt x="1194741" y="-11414"/>
                    <a:pt x="984132" y="-5064"/>
                    <a:pt x="837024" y="9753"/>
                  </a:cubicBezTo>
                  <a:cubicBezTo>
                    <a:pt x="689916" y="24570"/>
                    <a:pt x="460257" y="101828"/>
                    <a:pt x="322674" y="143103"/>
                  </a:cubicBezTo>
                  <a:cubicBezTo>
                    <a:pt x="185091" y="184378"/>
                    <a:pt x="48566" y="229886"/>
                    <a:pt x="11524" y="257403"/>
                  </a:cubicBezTo>
                  <a:cubicBezTo>
                    <a:pt x="-25518" y="284920"/>
                    <a:pt x="36924" y="298678"/>
                    <a:pt x="55974" y="320903"/>
                  </a:cubicBezTo>
                  <a:close/>
                </a:path>
              </a:pathLst>
            </a:custGeom>
            <a:solidFill>
              <a:srgbClr val="EFD89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A7EF9BA9-BA03-4298-BA0F-51A1EA3A5501}"/>
                </a:ext>
              </a:extLst>
            </p:cNvPr>
            <p:cNvSpPr/>
            <p:nvPr/>
          </p:nvSpPr>
          <p:spPr>
            <a:xfrm>
              <a:off x="1836841" y="1766577"/>
              <a:ext cx="6537941" cy="1649722"/>
            </a:xfrm>
            <a:custGeom>
              <a:avLst/>
              <a:gdLst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153257 w 6582558"/>
                <a:gd name="connsiteY18" fmla="*/ 1036154 h 1649722"/>
                <a:gd name="connsiteX19" fmla="*/ 246126 w 6582558"/>
                <a:gd name="connsiteY19" fmla="*/ 1045679 h 1649722"/>
                <a:gd name="connsiteX20" fmla="*/ 381857 w 6582558"/>
                <a:gd name="connsiteY20" fmla="*/ 1086161 h 1649722"/>
                <a:gd name="connsiteX21" fmla="*/ 524732 w 6582558"/>
                <a:gd name="connsiteY21" fmla="*/ 1198079 h 1649722"/>
                <a:gd name="connsiteX22" fmla="*/ 634270 w 6582558"/>
                <a:gd name="connsiteY22" fmla="*/ 1288567 h 1649722"/>
                <a:gd name="connsiteX23" fmla="*/ 505682 w 6582558"/>
                <a:gd name="connsiteY23" fmla="*/ 1176648 h 1649722"/>
                <a:gd name="connsiteX24" fmla="*/ 412814 w 6582558"/>
                <a:gd name="connsiteY24" fmla="*/ 1098067 h 1649722"/>
                <a:gd name="connsiteX25" fmla="*/ 267557 w 6582558"/>
                <a:gd name="connsiteY25" fmla="*/ 1040917 h 1649722"/>
                <a:gd name="connsiteX26" fmla="*/ 150876 w 6582558"/>
                <a:gd name="connsiteY26" fmla="*/ 1021867 h 1649722"/>
                <a:gd name="connsiteX27" fmla="*/ 128067 w 6582558"/>
                <a:gd name="connsiteY27" fmla="*/ 1019161 h 1649722"/>
                <a:gd name="connsiteX28" fmla="*/ 116558 w 6582558"/>
                <a:gd name="connsiteY28" fmla="*/ 1012718 h 1649722"/>
                <a:gd name="connsiteX29" fmla="*/ 21494 w 6582558"/>
                <a:gd name="connsiteY29" fmla="*/ 968684 h 1649722"/>
                <a:gd name="connsiteX30" fmla="*/ 42925 w 6582558"/>
                <a:gd name="connsiteY30" fmla="*/ 849622 h 1649722"/>
                <a:gd name="connsiteX31" fmla="*/ 430275 w 6582558"/>
                <a:gd name="connsiteY31" fmla="*/ 633722 h 1649722"/>
                <a:gd name="connsiteX32" fmla="*/ 1173225 w 6582558"/>
                <a:gd name="connsiteY32" fmla="*/ 367022 h 1649722"/>
                <a:gd name="connsiteX33" fmla="*/ 1992375 w 6582558"/>
                <a:gd name="connsiteY33" fmla="*/ 113022 h 1649722"/>
                <a:gd name="connsiteX34" fmla="*/ 2921361 w 6582558"/>
                <a:gd name="connsiteY34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153257 w 6582558"/>
                <a:gd name="connsiteY18" fmla="*/ 1036154 h 1649722"/>
                <a:gd name="connsiteX19" fmla="*/ 246126 w 6582558"/>
                <a:gd name="connsiteY19" fmla="*/ 1045679 h 1649722"/>
                <a:gd name="connsiteX20" fmla="*/ 381857 w 6582558"/>
                <a:gd name="connsiteY20" fmla="*/ 1086161 h 1649722"/>
                <a:gd name="connsiteX21" fmla="*/ 524732 w 6582558"/>
                <a:gd name="connsiteY21" fmla="*/ 1198079 h 1649722"/>
                <a:gd name="connsiteX22" fmla="*/ 634270 w 6582558"/>
                <a:gd name="connsiteY22" fmla="*/ 1288567 h 1649722"/>
                <a:gd name="connsiteX23" fmla="*/ 505682 w 6582558"/>
                <a:gd name="connsiteY23" fmla="*/ 1176648 h 1649722"/>
                <a:gd name="connsiteX24" fmla="*/ 412814 w 6582558"/>
                <a:gd name="connsiteY24" fmla="*/ 1098067 h 1649722"/>
                <a:gd name="connsiteX25" fmla="*/ 267557 w 6582558"/>
                <a:gd name="connsiteY25" fmla="*/ 1040917 h 1649722"/>
                <a:gd name="connsiteX26" fmla="*/ 128067 w 6582558"/>
                <a:gd name="connsiteY26" fmla="*/ 1019161 h 1649722"/>
                <a:gd name="connsiteX27" fmla="*/ 116558 w 6582558"/>
                <a:gd name="connsiteY27" fmla="*/ 1012718 h 1649722"/>
                <a:gd name="connsiteX28" fmla="*/ 21494 w 6582558"/>
                <a:gd name="connsiteY28" fmla="*/ 968684 h 1649722"/>
                <a:gd name="connsiteX29" fmla="*/ 42925 w 6582558"/>
                <a:gd name="connsiteY29" fmla="*/ 849622 h 1649722"/>
                <a:gd name="connsiteX30" fmla="*/ 430275 w 6582558"/>
                <a:gd name="connsiteY30" fmla="*/ 633722 h 1649722"/>
                <a:gd name="connsiteX31" fmla="*/ 1173225 w 6582558"/>
                <a:gd name="connsiteY31" fmla="*/ 367022 h 1649722"/>
                <a:gd name="connsiteX32" fmla="*/ 1992375 w 6582558"/>
                <a:gd name="connsiteY32" fmla="*/ 113022 h 1649722"/>
                <a:gd name="connsiteX33" fmla="*/ 2921361 w 6582558"/>
                <a:gd name="connsiteY33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246126 w 6582558"/>
                <a:gd name="connsiteY18" fmla="*/ 1045679 h 1649722"/>
                <a:gd name="connsiteX19" fmla="*/ 381857 w 6582558"/>
                <a:gd name="connsiteY19" fmla="*/ 1086161 h 1649722"/>
                <a:gd name="connsiteX20" fmla="*/ 524732 w 6582558"/>
                <a:gd name="connsiteY20" fmla="*/ 1198079 h 1649722"/>
                <a:gd name="connsiteX21" fmla="*/ 634270 w 6582558"/>
                <a:gd name="connsiteY21" fmla="*/ 1288567 h 1649722"/>
                <a:gd name="connsiteX22" fmla="*/ 505682 w 6582558"/>
                <a:gd name="connsiteY22" fmla="*/ 1176648 h 1649722"/>
                <a:gd name="connsiteX23" fmla="*/ 412814 w 6582558"/>
                <a:gd name="connsiteY23" fmla="*/ 1098067 h 1649722"/>
                <a:gd name="connsiteX24" fmla="*/ 267557 w 6582558"/>
                <a:gd name="connsiteY24" fmla="*/ 1040917 h 1649722"/>
                <a:gd name="connsiteX25" fmla="*/ 128067 w 6582558"/>
                <a:gd name="connsiteY25" fmla="*/ 1019161 h 1649722"/>
                <a:gd name="connsiteX26" fmla="*/ 116558 w 6582558"/>
                <a:gd name="connsiteY26" fmla="*/ 1012718 h 1649722"/>
                <a:gd name="connsiteX27" fmla="*/ 21494 w 6582558"/>
                <a:gd name="connsiteY27" fmla="*/ 968684 h 1649722"/>
                <a:gd name="connsiteX28" fmla="*/ 42925 w 6582558"/>
                <a:gd name="connsiteY28" fmla="*/ 849622 h 1649722"/>
                <a:gd name="connsiteX29" fmla="*/ 430275 w 6582558"/>
                <a:gd name="connsiteY29" fmla="*/ 633722 h 1649722"/>
                <a:gd name="connsiteX30" fmla="*/ 1173225 w 6582558"/>
                <a:gd name="connsiteY30" fmla="*/ 367022 h 1649722"/>
                <a:gd name="connsiteX31" fmla="*/ 1992375 w 6582558"/>
                <a:gd name="connsiteY31" fmla="*/ 113022 h 1649722"/>
                <a:gd name="connsiteX32" fmla="*/ 2921361 w 6582558"/>
                <a:gd name="connsiteY32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246126 w 6582558"/>
                <a:gd name="connsiteY17" fmla="*/ 1045679 h 1649722"/>
                <a:gd name="connsiteX18" fmla="*/ 381857 w 6582558"/>
                <a:gd name="connsiteY18" fmla="*/ 1086161 h 1649722"/>
                <a:gd name="connsiteX19" fmla="*/ 524732 w 6582558"/>
                <a:gd name="connsiteY19" fmla="*/ 1198079 h 1649722"/>
                <a:gd name="connsiteX20" fmla="*/ 634270 w 6582558"/>
                <a:gd name="connsiteY20" fmla="*/ 1288567 h 1649722"/>
                <a:gd name="connsiteX21" fmla="*/ 505682 w 6582558"/>
                <a:gd name="connsiteY21" fmla="*/ 1176648 h 1649722"/>
                <a:gd name="connsiteX22" fmla="*/ 412814 w 6582558"/>
                <a:gd name="connsiteY22" fmla="*/ 1098067 h 1649722"/>
                <a:gd name="connsiteX23" fmla="*/ 267557 w 6582558"/>
                <a:gd name="connsiteY23" fmla="*/ 1040917 h 1649722"/>
                <a:gd name="connsiteX24" fmla="*/ 128067 w 6582558"/>
                <a:gd name="connsiteY24" fmla="*/ 1019161 h 1649722"/>
                <a:gd name="connsiteX25" fmla="*/ 116558 w 6582558"/>
                <a:gd name="connsiteY25" fmla="*/ 1012718 h 1649722"/>
                <a:gd name="connsiteX26" fmla="*/ 21494 w 6582558"/>
                <a:gd name="connsiteY26" fmla="*/ 968684 h 1649722"/>
                <a:gd name="connsiteX27" fmla="*/ 42925 w 6582558"/>
                <a:gd name="connsiteY27" fmla="*/ 849622 h 1649722"/>
                <a:gd name="connsiteX28" fmla="*/ 430275 w 6582558"/>
                <a:gd name="connsiteY28" fmla="*/ 633722 h 1649722"/>
                <a:gd name="connsiteX29" fmla="*/ 1173225 w 6582558"/>
                <a:gd name="connsiteY29" fmla="*/ 367022 h 1649722"/>
                <a:gd name="connsiteX30" fmla="*/ 1992375 w 6582558"/>
                <a:gd name="connsiteY30" fmla="*/ 113022 h 1649722"/>
                <a:gd name="connsiteX31" fmla="*/ 2921361 w 6582558"/>
                <a:gd name="connsiteY31" fmla="*/ 1103 h 1649722"/>
                <a:gd name="connsiteX0" fmla="*/ 2909914 w 6571111"/>
                <a:gd name="connsiteY0" fmla="*/ 1103 h 1649722"/>
                <a:gd name="connsiteX1" fmla="*/ 3250928 w 6571111"/>
                <a:gd name="connsiteY1" fmla="*/ 11422 h 1649722"/>
                <a:gd name="connsiteX2" fmla="*/ 4705078 w 6571111"/>
                <a:gd name="connsiteY2" fmla="*/ 367022 h 1649722"/>
                <a:gd name="connsiteX3" fmla="*/ 5441678 w 6571111"/>
                <a:gd name="connsiteY3" fmla="*/ 557522 h 1649722"/>
                <a:gd name="connsiteX4" fmla="*/ 5962378 w 6571111"/>
                <a:gd name="connsiteY4" fmla="*/ 646422 h 1649722"/>
                <a:gd name="connsiteX5" fmla="*/ 6311628 w 6571111"/>
                <a:gd name="connsiteY5" fmla="*/ 551172 h 1649722"/>
                <a:gd name="connsiteX6" fmla="*/ 6552928 w 6571111"/>
                <a:gd name="connsiteY6" fmla="*/ 665472 h 1649722"/>
                <a:gd name="connsiteX7" fmla="*/ 6521178 w 6571111"/>
                <a:gd name="connsiteY7" fmla="*/ 1243322 h 1649722"/>
                <a:gd name="connsiteX8" fmla="*/ 6260828 w 6571111"/>
                <a:gd name="connsiteY8" fmla="*/ 1262372 h 1649722"/>
                <a:gd name="connsiteX9" fmla="*/ 5841728 w 6571111"/>
                <a:gd name="connsiteY9" fmla="*/ 1154422 h 1649722"/>
                <a:gd name="connsiteX10" fmla="*/ 5194028 w 6571111"/>
                <a:gd name="connsiteY10" fmla="*/ 1325872 h 1649722"/>
                <a:gd name="connsiteX11" fmla="*/ 4393928 w 6571111"/>
                <a:gd name="connsiteY11" fmla="*/ 1605272 h 1649722"/>
                <a:gd name="connsiteX12" fmla="*/ 3301728 w 6571111"/>
                <a:gd name="connsiteY12" fmla="*/ 1649722 h 1649722"/>
                <a:gd name="connsiteX13" fmla="*/ 2031728 w 6571111"/>
                <a:gd name="connsiteY13" fmla="*/ 1630672 h 1649722"/>
                <a:gd name="connsiteX14" fmla="*/ 863328 w 6571111"/>
                <a:gd name="connsiteY14" fmla="*/ 1433822 h 1649722"/>
                <a:gd name="connsiteX15" fmla="*/ 217215 w 6571111"/>
                <a:gd name="connsiteY15" fmla="*/ 1145691 h 1649722"/>
                <a:gd name="connsiteX16" fmla="*/ 147118 w 6571111"/>
                <a:gd name="connsiteY16" fmla="*/ 1051575 h 1649722"/>
                <a:gd name="connsiteX17" fmla="*/ 234679 w 6571111"/>
                <a:gd name="connsiteY17" fmla="*/ 1045679 h 1649722"/>
                <a:gd name="connsiteX18" fmla="*/ 370410 w 6571111"/>
                <a:gd name="connsiteY18" fmla="*/ 1086161 h 1649722"/>
                <a:gd name="connsiteX19" fmla="*/ 513285 w 6571111"/>
                <a:gd name="connsiteY19" fmla="*/ 1198079 h 1649722"/>
                <a:gd name="connsiteX20" fmla="*/ 622823 w 6571111"/>
                <a:gd name="connsiteY20" fmla="*/ 1288567 h 1649722"/>
                <a:gd name="connsiteX21" fmla="*/ 494235 w 6571111"/>
                <a:gd name="connsiteY21" fmla="*/ 1176648 h 1649722"/>
                <a:gd name="connsiteX22" fmla="*/ 401367 w 6571111"/>
                <a:gd name="connsiteY22" fmla="*/ 1098067 h 1649722"/>
                <a:gd name="connsiteX23" fmla="*/ 256110 w 6571111"/>
                <a:gd name="connsiteY23" fmla="*/ 1040917 h 1649722"/>
                <a:gd name="connsiteX24" fmla="*/ 116620 w 6571111"/>
                <a:gd name="connsiteY24" fmla="*/ 1019161 h 1649722"/>
                <a:gd name="connsiteX25" fmla="*/ 105111 w 6571111"/>
                <a:gd name="connsiteY25" fmla="*/ 1012718 h 1649722"/>
                <a:gd name="connsiteX26" fmla="*/ 35447 w 6571111"/>
                <a:gd name="connsiteY26" fmla="*/ 965509 h 1649722"/>
                <a:gd name="connsiteX27" fmla="*/ 31478 w 6571111"/>
                <a:gd name="connsiteY27" fmla="*/ 849622 h 1649722"/>
                <a:gd name="connsiteX28" fmla="*/ 418828 w 6571111"/>
                <a:gd name="connsiteY28" fmla="*/ 633722 h 1649722"/>
                <a:gd name="connsiteX29" fmla="*/ 1161778 w 6571111"/>
                <a:gd name="connsiteY29" fmla="*/ 367022 h 1649722"/>
                <a:gd name="connsiteX30" fmla="*/ 1980928 w 6571111"/>
                <a:gd name="connsiteY30" fmla="*/ 113022 h 1649722"/>
                <a:gd name="connsiteX31" fmla="*/ 2909914 w 6571111"/>
                <a:gd name="connsiteY31" fmla="*/ 1103 h 1649722"/>
                <a:gd name="connsiteX0" fmla="*/ 2874514 w 6535711"/>
                <a:gd name="connsiteY0" fmla="*/ 1103 h 1649722"/>
                <a:gd name="connsiteX1" fmla="*/ 3215528 w 6535711"/>
                <a:gd name="connsiteY1" fmla="*/ 11422 h 1649722"/>
                <a:gd name="connsiteX2" fmla="*/ 4669678 w 6535711"/>
                <a:gd name="connsiteY2" fmla="*/ 367022 h 1649722"/>
                <a:gd name="connsiteX3" fmla="*/ 5406278 w 6535711"/>
                <a:gd name="connsiteY3" fmla="*/ 557522 h 1649722"/>
                <a:gd name="connsiteX4" fmla="*/ 5926978 w 6535711"/>
                <a:gd name="connsiteY4" fmla="*/ 646422 h 1649722"/>
                <a:gd name="connsiteX5" fmla="*/ 6276228 w 6535711"/>
                <a:gd name="connsiteY5" fmla="*/ 551172 h 1649722"/>
                <a:gd name="connsiteX6" fmla="*/ 6517528 w 6535711"/>
                <a:gd name="connsiteY6" fmla="*/ 665472 h 1649722"/>
                <a:gd name="connsiteX7" fmla="*/ 6485778 w 6535711"/>
                <a:gd name="connsiteY7" fmla="*/ 1243322 h 1649722"/>
                <a:gd name="connsiteX8" fmla="*/ 6225428 w 6535711"/>
                <a:gd name="connsiteY8" fmla="*/ 1262372 h 1649722"/>
                <a:gd name="connsiteX9" fmla="*/ 5806328 w 6535711"/>
                <a:gd name="connsiteY9" fmla="*/ 1154422 h 1649722"/>
                <a:gd name="connsiteX10" fmla="*/ 5158628 w 6535711"/>
                <a:gd name="connsiteY10" fmla="*/ 1325872 h 1649722"/>
                <a:gd name="connsiteX11" fmla="*/ 4358528 w 6535711"/>
                <a:gd name="connsiteY11" fmla="*/ 1605272 h 1649722"/>
                <a:gd name="connsiteX12" fmla="*/ 3266328 w 6535711"/>
                <a:gd name="connsiteY12" fmla="*/ 1649722 h 1649722"/>
                <a:gd name="connsiteX13" fmla="*/ 1996328 w 6535711"/>
                <a:gd name="connsiteY13" fmla="*/ 1630672 h 1649722"/>
                <a:gd name="connsiteX14" fmla="*/ 827928 w 6535711"/>
                <a:gd name="connsiteY14" fmla="*/ 1433822 h 1649722"/>
                <a:gd name="connsiteX15" fmla="*/ 181815 w 6535711"/>
                <a:gd name="connsiteY15" fmla="*/ 1145691 h 1649722"/>
                <a:gd name="connsiteX16" fmla="*/ 111718 w 6535711"/>
                <a:gd name="connsiteY16" fmla="*/ 1051575 h 1649722"/>
                <a:gd name="connsiteX17" fmla="*/ 199279 w 6535711"/>
                <a:gd name="connsiteY17" fmla="*/ 1045679 h 1649722"/>
                <a:gd name="connsiteX18" fmla="*/ 335010 w 6535711"/>
                <a:gd name="connsiteY18" fmla="*/ 1086161 h 1649722"/>
                <a:gd name="connsiteX19" fmla="*/ 477885 w 6535711"/>
                <a:gd name="connsiteY19" fmla="*/ 1198079 h 1649722"/>
                <a:gd name="connsiteX20" fmla="*/ 587423 w 6535711"/>
                <a:gd name="connsiteY20" fmla="*/ 1288567 h 1649722"/>
                <a:gd name="connsiteX21" fmla="*/ 458835 w 6535711"/>
                <a:gd name="connsiteY21" fmla="*/ 1176648 h 1649722"/>
                <a:gd name="connsiteX22" fmla="*/ 365967 w 6535711"/>
                <a:gd name="connsiteY22" fmla="*/ 1098067 h 1649722"/>
                <a:gd name="connsiteX23" fmla="*/ 220710 w 6535711"/>
                <a:gd name="connsiteY23" fmla="*/ 1040917 h 1649722"/>
                <a:gd name="connsiteX24" fmla="*/ 81220 w 6535711"/>
                <a:gd name="connsiteY24" fmla="*/ 1019161 h 1649722"/>
                <a:gd name="connsiteX25" fmla="*/ 69711 w 6535711"/>
                <a:gd name="connsiteY25" fmla="*/ 1012718 h 1649722"/>
                <a:gd name="connsiteX26" fmla="*/ 47 w 6535711"/>
                <a:gd name="connsiteY26" fmla="*/ 965509 h 1649722"/>
                <a:gd name="connsiteX27" fmla="*/ 78628 w 6535711"/>
                <a:gd name="connsiteY27" fmla="*/ 811522 h 1649722"/>
                <a:gd name="connsiteX28" fmla="*/ 383428 w 6535711"/>
                <a:gd name="connsiteY28" fmla="*/ 633722 h 1649722"/>
                <a:gd name="connsiteX29" fmla="*/ 1126378 w 6535711"/>
                <a:gd name="connsiteY29" fmla="*/ 367022 h 1649722"/>
                <a:gd name="connsiteX30" fmla="*/ 1945528 w 6535711"/>
                <a:gd name="connsiteY30" fmla="*/ 113022 h 1649722"/>
                <a:gd name="connsiteX31" fmla="*/ 2874514 w 6535711"/>
                <a:gd name="connsiteY31" fmla="*/ 1103 h 1649722"/>
                <a:gd name="connsiteX0" fmla="*/ 2876744 w 6537941"/>
                <a:gd name="connsiteY0" fmla="*/ 1103 h 1649722"/>
                <a:gd name="connsiteX1" fmla="*/ 3217758 w 6537941"/>
                <a:gd name="connsiteY1" fmla="*/ 11422 h 1649722"/>
                <a:gd name="connsiteX2" fmla="*/ 4671908 w 6537941"/>
                <a:gd name="connsiteY2" fmla="*/ 367022 h 1649722"/>
                <a:gd name="connsiteX3" fmla="*/ 5408508 w 6537941"/>
                <a:gd name="connsiteY3" fmla="*/ 557522 h 1649722"/>
                <a:gd name="connsiteX4" fmla="*/ 5929208 w 6537941"/>
                <a:gd name="connsiteY4" fmla="*/ 646422 h 1649722"/>
                <a:gd name="connsiteX5" fmla="*/ 6278458 w 6537941"/>
                <a:gd name="connsiteY5" fmla="*/ 551172 h 1649722"/>
                <a:gd name="connsiteX6" fmla="*/ 6519758 w 6537941"/>
                <a:gd name="connsiteY6" fmla="*/ 665472 h 1649722"/>
                <a:gd name="connsiteX7" fmla="*/ 6488008 w 6537941"/>
                <a:gd name="connsiteY7" fmla="*/ 1243322 h 1649722"/>
                <a:gd name="connsiteX8" fmla="*/ 6227658 w 6537941"/>
                <a:gd name="connsiteY8" fmla="*/ 1262372 h 1649722"/>
                <a:gd name="connsiteX9" fmla="*/ 5808558 w 6537941"/>
                <a:gd name="connsiteY9" fmla="*/ 1154422 h 1649722"/>
                <a:gd name="connsiteX10" fmla="*/ 5160858 w 6537941"/>
                <a:gd name="connsiteY10" fmla="*/ 1325872 h 1649722"/>
                <a:gd name="connsiteX11" fmla="*/ 4360758 w 6537941"/>
                <a:gd name="connsiteY11" fmla="*/ 1605272 h 1649722"/>
                <a:gd name="connsiteX12" fmla="*/ 3268558 w 6537941"/>
                <a:gd name="connsiteY12" fmla="*/ 1649722 h 1649722"/>
                <a:gd name="connsiteX13" fmla="*/ 1998558 w 6537941"/>
                <a:gd name="connsiteY13" fmla="*/ 1630672 h 1649722"/>
                <a:gd name="connsiteX14" fmla="*/ 830158 w 6537941"/>
                <a:gd name="connsiteY14" fmla="*/ 1433822 h 1649722"/>
                <a:gd name="connsiteX15" fmla="*/ 184045 w 6537941"/>
                <a:gd name="connsiteY15" fmla="*/ 1145691 h 1649722"/>
                <a:gd name="connsiteX16" fmla="*/ 113948 w 6537941"/>
                <a:gd name="connsiteY16" fmla="*/ 1051575 h 1649722"/>
                <a:gd name="connsiteX17" fmla="*/ 201509 w 6537941"/>
                <a:gd name="connsiteY17" fmla="*/ 1045679 h 1649722"/>
                <a:gd name="connsiteX18" fmla="*/ 337240 w 6537941"/>
                <a:gd name="connsiteY18" fmla="*/ 1086161 h 1649722"/>
                <a:gd name="connsiteX19" fmla="*/ 480115 w 6537941"/>
                <a:gd name="connsiteY19" fmla="*/ 1198079 h 1649722"/>
                <a:gd name="connsiteX20" fmla="*/ 589653 w 6537941"/>
                <a:gd name="connsiteY20" fmla="*/ 1288567 h 1649722"/>
                <a:gd name="connsiteX21" fmla="*/ 461065 w 6537941"/>
                <a:gd name="connsiteY21" fmla="*/ 1176648 h 1649722"/>
                <a:gd name="connsiteX22" fmla="*/ 368197 w 6537941"/>
                <a:gd name="connsiteY22" fmla="*/ 1098067 h 1649722"/>
                <a:gd name="connsiteX23" fmla="*/ 222940 w 6537941"/>
                <a:gd name="connsiteY23" fmla="*/ 1040917 h 1649722"/>
                <a:gd name="connsiteX24" fmla="*/ 83450 w 6537941"/>
                <a:gd name="connsiteY24" fmla="*/ 1019161 h 1649722"/>
                <a:gd name="connsiteX25" fmla="*/ 71941 w 6537941"/>
                <a:gd name="connsiteY25" fmla="*/ 1012718 h 1649722"/>
                <a:gd name="connsiteX26" fmla="*/ 2277 w 6537941"/>
                <a:gd name="connsiteY26" fmla="*/ 965509 h 1649722"/>
                <a:gd name="connsiteX27" fmla="*/ 150708 w 6537941"/>
                <a:gd name="connsiteY27" fmla="*/ 789297 h 1649722"/>
                <a:gd name="connsiteX28" fmla="*/ 385658 w 6537941"/>
                <a:gd name="connsiteY28" fmla="*/ 633722 h 1649722"/>
                <a:gd name="connsiteX29" fmla="*/ 1128608 w 6537941"/>
                <a:gd name="connsiteY29" fmla="*/ 367022 h 1649722"/>
                <a:gd name="connsiteX30" fmla="*/ 1947758 w 6537941"/>
                <a:gd name="connsiteY30" fmla="*/ 113022 h 1649722"/>
                <a:gd name="connsiteX31" fmla="*/ 2876744 w 6537941"/>
                <a:gd name="connsiteY31" fmla="*/ 1103 h 1649722"/>
                <a:gd name="connsiteX0" fmla="*/ 2876744 w 6537941"/>
                <a:gd name="connsiteY0" fmla="*/ 1103 h 1649722"/>
                <a:gd name="connsiteX1" fmla="*/ 3217758 w 6537941"/>
                <a:gd name="connsiteY1" fmla="*/ 11422 h 1649722"/>
                <a:gd name="connsiteX2" fmla="*/ 4671908 w 6537941"/>
                <a:gd name="connsiteY2" fmla="*/ 367022 h 1649722"/>
                <a:gd name="connsiteX3" fmla="*/ 5408508 w 6537941"/>
                <a:gd name="connsiteY3" fmla="*/ 557522 h 1649722"/>
                <a:gd name="connsiteX4" fmla="*/ 5929208 w 6537941"/>
                <a:gd name="connsiteY4" fmla="*/ 646422 h 1649722"/>
                <a:gd name="connsiteX5" fmla="*/ 6278458 w 6537941"/>
                <a:gd name="connsiteY5" fmla="*/ 551172 h 1649722"/>
                <a:gd name="connsiteX6" fmla="*/ 6519758 w 6537941"/>
                <a:gd name="connsiteY6" fmla="*/ 665472 h 1649722"/>
                <a:gd name="connsiteX7" fmla="*/ 6488008 w 6537941"/>
                <a:gd name="connsiteY7" fmla="*/ 1243322 h 1649722"/>
                <a:gd name="connsiteX8" fmla="*/ 6227658 w 6537941"/>
                <a:gd name="connsiteY8" fmla="*/ 1262372 h 1649722"/>
                <a:gd name="connsiteX9" fmla="*/ 5808558 w 6537941"/>
                <a:gd name="connsiteY9" fmla="*/ 1154422 h 1649722"/>
                <a:gd name="connsiteX10" fmla="*/ 5160858 w 6537941"/>
                <a:gd name="connsiteY10" fmla="*/ 1325872 h 1649722"/>
                <a:gd name="connsiteX11" fmla="*/ 4360758 w 6537941"/>
                <a:gd name="connsiteY11" fmla="*/ 1605272 h 1649722"/>
                <a:gd name="connsiteX12" fmla="*/ 3268558 w 6537941"/>
                <a:gd name="connsiteY12" fmla="*/ 1649722 h 1649722"/>
                <a:gd name="connsiteX13" fmla="*/ 1998558 w 6537941"/>
                <a:gd name="connsiteY13" fmla="*/ 1630672 h 1649722"/>
                <a:gd name="connsiteX14" fmla="*/ 830158 w 6537941"/>
                <a:gd name="connsiteY14" fmla="*/ 1433822 h 1649722"/>
                <a:gd name="connsiteX15" fmla="*/ 184045 w 6537941"/>
                <a:gd name="connsiteY15" fmla="*/ 1145691 h 1649722"/>
                <a:gd name="connsiteX16" fmla="*/ 113948 w 6537941"/>
                <a:gd name="connsiteY16" fmla="*/ 1051575 h 1649722"/>
                <a:gd name="connsiteX17" fmla="*/ 201509 w 6537941"/>
                <a:gd name="connsiteY17" fmla="*/ 1045679 h 1649722"/>
                <a:gd name="connsiteX18" fmla="*/ 337240 w 6537941"/>
                <a:gd name="connsiteY18" fmla="*/ 1086161 h 1649722"/>
                <a:gd name="connsiteX19" fmla="*/ 480115 w 6537941"/>
                <a:gd name="connsiteY19" fmla="*/ 1198079 h 1649722"/>
                <a:gd name="connsiteX20" fmla="*/ 589653 w 6537941"/>
                <a:gd name="connsiteY20" fmla="*/ 1288567 h 1649722"/>
                <a:gd name="connsiteX21" fmla="*/ 461065 w 6537941"/>
                <a:gd name="connsiteY21" fmla="*/ 1176648 h 1649722"/>
                <a:gd name="connsiteX22" fmla="*/ 368197 w 6537941"/>
                <a:gd name="connsiteY22" fmla="*/ 1098067 h 1649722"/>
                <a:gd name="connsiteX23" fmla="*/ 222940 w 6537941"/>
                <a:gd name="connsiteY23" fmla="*/ 1040917 h 1649722"/>
                <a:gd name="connsiteX24" fmla="*/ 83450 w 6537941"/>
                <a:gd name="connsiteY24" fmla="*/ 1019161 h 1649722"/>
                <a:gd name="connsiteX25" fmla="*/ 71941 w 6537941"/>
                <a:gd name="connsiteY25" fmla="*/ 1012718 h 1649722"/>
                <a:gd name="connsiteX26" fmla="*/ 2277 w 6537941"/>
                <a:gd name="connsiteY26" fmla="*/ 965509 h 1649722"/>
                <a:gd name="connsiteX27" fmla="*/ 150708 w 6537941"/>
                <a:gd name="connsiteY27" fmla="*/ 789297 h 1649722"/>
                <a:gd name="connsiteX28" fmla="*/ 572983 w 6537941"/>
                <a:gd name="connsiteY28" fmla="*/ 573397 h 1649722"/>
                <a:gd name="connsiteX29" fmla="*/ 1128608 w 6537941"/>
                <a:gd name="connsiteY29" fmla="*/ 367022 h 1649722"/>
                <a:gd name="connsiteX30" fmla="*/ 1947758 w 6537941"/>
                <a:gd name="connsiteY30" fmla="*/ 113022 h 1649722"/>
                <a:gd name="connsiteX31" fmla="*/ 2876744 w 6537941"/>
                <a:gd name="connsiteY31" fmla="*/ 1103 h 164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37941" h="1649722">
                  <a:moveTo>
                    <a:pt x="2876744" y="1103"/>
                  </a:moveTo>
                  <a:cubicBezTo>
                    <a:pt x="2989886" y="-1807"/>
                    <a:pt x="3104252" y="839"/>
                    <a:pt x="3217758" y="11422"/>
                  </a:cubicBezTo>
                  <a:cubicBezTo>
                    <a:pt x="3671783" y="53755"/>
                    <a:pt x="4306783" y="276005"/>
                    <a:pt x="4671908" y="367022"/>
                  </a:cubicBezTo>
                  <a:cubicBezTo>
                    <a:pt x="5037033" y="458039"/>
                    <a:pt x="5198958" y="510955"/>
                    <a:pt x="5408508" y="557522"/>
                  </a:cubicBezTo>
                  <a:cubicBezTo>
                    <a:pt x="5618058" y="604089"/>
                    <a:pt x="5784216" y="647480"/>
                    <a:pt x="5929208" y="646422"/>
                  </a:cubicBezTo>
                  <a:cubicBezTo>
                    <a:pt x="6074200" y="645364"/>
                    <a:pt x="6180033" y="547997"/>
                    <a:pt x="6278458" y="551172"/>
                  </a:cubicBezTo>
                  <a:cubicBezTo>
                    <a:pt x="6376883" y="554347"/>
                    <a:pt x="6484833" y="550114"/>
                    <a:pt x="6519758" y="665472"/>
                  </a:cubicBezTo>
                  <a:cubicBezTo>
                    <a:pt x="6554683" y="780830"/>
                    <a:pt x="6536691" y="1143839"/>
                    <a:pt x="6488008" y="1243322"/>
                  </a:cubicBezTo>
                  <a:cubicBezTo>
                    <a:pt x="6439325" y="1342805"/>
                    <a:pt x="6340900" y="1277189"/>
                    <a:pt x="6227658" y="1262372"/>
                  </a:cubicBezTo>
                  <a:cubicBezTo>
                    <a:pt x="6114416" y="1247555"/>
                    <a:pt x="5986358" y="1143839"/>
                    <a:pt x="5808558" y="1154422"/>
                  </a:cubicBezTo>
                  <a:cubicBezTo>
                    <a:pt x="5630758" y="1165005"/>
                    <a:pt x="5402158" y="1250730"/>
                    <a:pt x="5160858" y="1325872"/>
                  </a:cubicBezTo>
                  <a:cubicBezTo>
                    <a:pt x="4919558" y="1401014"/>
                    <a:pt x="4676141" y="1551297"/>
                    <a:pt x="4360758" y="1605272"/>
                  </a:cubicBezTo>
                  <a:cubicBezTo>
                    <a:pt x="4045375" y="1659247"/>
                    <a:pt x="3662258" y="1645489"/>
                    <a:pt x="3268558" y="1649722"/>
                  </a:cubicBezTo>
                  <a:lnTo>
                    <a:pt x="1998558" y="1630672"/>
                  </a:lnTo>
                  <a:cubicBezTo>
                    <a:pt x="1592158" y="1594689"/>
                    <a:pt x="1132577" y="1514652"/>
                    <a:pt x="830158" y="1433822"/>
                  </a:cubicBezTo>
                  <a:cubicBezTo>
                    <a:pt x="527739" y="1352992"/>
                    <a:pt x="305092" y="1212895"/>
                    <a:pt x="184045" y="1145691"/>
                  </a:cubicBezTo>
                  <a:cubicBezTo>
                    <a:pt x="93260" y="1095288"/>
                    <a:pt x="112980" y="1072343"/>
                    <a:pt x="113948" y="1051575"/>
                  </a:cubicBezTo>
                  <a:lnTo>
                    <a:pt x="201509" y="1045679"/>
                  </a:lnTo>
                  <a:cubicBezTo>
                    <a:pt x="239609" y="1054013"/>
                    <a:pt x="290806" y="1060761"/>
                    <a:pt x="337240" y="1086161"/>
                  </a:cubicBezTo>
                  <a:cubicBezTo>
                    <a:pt x="383674" y="1111561"/>
                    <a:pt x="480115" y="1198079"/>
                    <a:pt x="480115" y="1198079"/>
                  </a:cubicBezTo>
                  <a:cubicBezTo>
                    <a:pt x="522184" y="1231813"/>
                    <a:pt x="592828" y="1292139"/>
                    <a:pt x="589653" y="1288567"/>
                  </a:cubicBezTo>
                  <a:cubicBezTo>
                    <a:pt x="586478" y="1284995"/>
                    <a:pt x="497974" y="1208398"/>
                    <a:pt x="461065" y="1176648"/>
                  </a:cubicBezTo>
                  <a:cubicBezTo>
                    <a:pt x="424156" y="1144898"/>
                    <a:pt x="407884" y="1120689"/>
                    <a:pt x="368197" y="1098067"/>
                  </a:cubicBezTo>
                  <a:cubicBezTo>
                    <a:pt x="328510" y="1075445"/>
                    <a:pt x="270398" y="1054068"/>
                    <a:pt x="222940" y="1040917"/>
                  </a:cubicBezTo>
                  <a:cubicBezTo>
                    <a:pt x="175482" y="1027766"/>
                    <a:pt x="108616" y="1023861"/>
                    <a:pt x="83450" y="1019161"/>
                  </a:cubicBezTo>
                  <a:lnTo>
                    <a:pt x="71941" y="1012718"/>
                  </a:lnTo>
                  <a:cubicBezTo>
                    <a:pt x="35491" y="998226"/>
                    <a:pt x="-10851" y="1002746"/>
                    <a:pt x="2277" y="965509"/>
                  </a:cubicBezTo>
                  <a:cubicBezTo>
                    <a:pt x="15405" y="928272"/>
                    <a:pt x="55590" y="854649"/>
                    <a:pt x="150708" y="789297"/>
                  </a:cubicBezTo>
                  <a:cubicBezTo>
                    <a:pt x="245826" y="723945"/>
                    <a:pt x="410000" y="643776"/>
                    <a:pt x="572983" y="573397"/>
                  </a:cubicBezTo>
                  <a:cubicBezTo>
                    <a:pt x="735966" y="503018"/>
                    <a:pt x="868258" y="453805"/>
                    <a:pt x="1128608" y="367022"/>
                  </a:cubicBezTo>
                  <a:cubicBezTo>
                    <a:pt x="1388958" y="280239"/>
                    <a:pt x="1599566" y="172289"/>
                    <a:pt x="1947758" y="113022"/>
                  </a:cubicBezTo>
                  <a:cubicBezTo>
                    <a:pt x="2208902" y="68572"/>
                    <a:pt x="2537316" y="9835"/>
                    <a:pt x="2876744" y="1103"/>
                  </a:cubicBezTo>
                  <a:close/>
                </a:path>
              </a:pathLst>
            </a:custGeom>
            <a:gradFill>
              <a:gsLst>
                <a:gs pos="38000">
                  <a:srgbClr val="3E3D00"/>
                </a:gs>
                <a:gs pos="84000">
                  <a:srgbClr val="BEB97C"/>
                </a:gs>
                <a:gs pos="100000">
                  <a:srgbClr val="EBE9D5"/>
                </a:gs>
              </a:gsLst>
              <a:lin ang="552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1E2ED944-53F0-4575-83DD-9CC0E99F6BBE}"/>
                </a:ext>
              </a:extLst>
            </p:cNvPr>
            <p:cNvSpPr/>
            <p:nvPr/>
          </p:nvSpPr>
          <p:spPr>
            <a:xfrm>
              <a:off x="1836841" y="2240772"/>
              <a:ext cx="1660509" cy="991013"/>
            </a:xfrm>
            <a:custGeom>
              <a:avLst/>
              <a:gdLst>
                <a:gd name="connsiteX0" fmla="*/ 820331 w 1660509"/>
                <a:gd name="connsiteY0" fmla="*/ 0 h 991013"/>
                <a:gd name="connsiteX1" fmla="*/ 891774 w 1660509"/>
                <a:gd name="connsiteY1" fmla="*/ 12437 h 991013"/>
                <a:gd name="connsiteX2" fmla="*/ 1122259 w 1660509"/>
                <a:gd name="connsiteY2" fmla="*/ 57928 h 991013"/>
                <a:gd name="connsiteX3" fmla="*/ 1433409 w 1660509"/>
                <a:gd name="connsiteY3" fmla="*/ 153178 h 991013"/>
                <a:gd name="connsiteX4" fmla="*/ 1630259 w 1660509"/>
                <a:gd name="connsiteY4" fmla="*/ 400828 h 991013"/>
                <a:gd name="connsiteX5" fmla="*/ 1642959 w 1660509"/>
                <a:gd name="connsiteY5" fmla="*/ 629428 h 991013"/>
                <a:gd name="connsiteX6" fmla="*/ 1465158 w 1660509"/>
                <a:gd name="connsiteY6" fmla="*/ 851678 h 991013"/>
                <a:gd name="connsiteX7" fmla="*/ 1255609 w 1660509"/>
                <a:gd name="connsiteY7" fmla="*/ 934228 h 991013"/>
                <a:gd name="connsiteX8" fmla="*/ 1032516 w 1660509"/>
                <a:gd name="connsiteY8" fmla="*/ 986615 h 991013"/>
                <a:gd name="connsiteX9" fmla="*/ 962941 w 1660509"/>
                <a:gd name="connsiteY9" fmla="*/ 991013 h 991013"/>
                <a:gd name="connsiteX10" fmla="*/ 830158 w 1660509"/>
                <a:gd name="connsiteY10" fmla="*/ 959628 h 991013"/>
                <a:gd name="connsiteX11" fmla="*/ 184045 w 1660509"/>
                <a:gd name="connsiteY11" fmla="*/ 671497 h 991013"/>
                <a:gd name="connsiteX12" fmla="*/ 113948 w 1660509"/>
                <a:gd name="connsiteY12" fmla="*/ 577381 h 991013"/>
                <a:gd name="connsiteX13" fmla="*/ 201509 w 1660509"/>
                <a:gd name="connsiteY13" fmla="*/ 571485 h 991013"/>
                <a:gd name="connsiteX14" fmla="*/ 337240 w 1660509"/>
                <a:gd name="connsiteY14" fmla="*/ 611967 h 991013"/>
                <a:gd name="connsiteX15" fmla="*/ 480115 w 1660509"/>
                <a:gd name="connsiteY15" fmla="*/ 723885 h 991013"/>
                <a:gd name="connsiteX16" fmla="*/ 589653 w 1660509"/>
                <a:gd name="connsiteY16" fmla="*/ 814373 h 991013"/>
                <a:gd name="connsiteX17" fmla="*/ 461065 w 1660509"/>
                <a:gd name="connsiteY17" fmla="*/ 702454 h 991013"/>
                <a:gd name="connsiteX18" fmla="*/ 368197 w 1660509"/>
                <a:gd name="connsiteY18" fmla="*/ 623873 h 991013"/>
                <a:gd name="connsiteX19" fmla="*/ 222940 w 1660509"/>
                <a:gd name="connsiteY19" fmla="*/ 566723 h 991013"/>
                <a:gd name="connsiteX20" fmla="*/ 83450 w 1660509"/>
                <a:gd name="connsiteY20" fmla="*/ 544967 h 991013"/>
                <a:gd name="connsiteX21" fmla="*/ 71941 w 1660509"/>
                <a:gd name="connsiteY21" fmla="*/ 538524 h 991013"/>
                <a:gd name="connsiteX22" fmla="*/ 2277 w 1660509"/>
                <a:gd name="connsiteY22" fmla="*/ 491315 h 991013"/>
                <a:gd name="connsiteX23" fmla="*/ 150708 w 1660509"/>
                <a:gd name="connsiteY23" fmla="*/ 315103 h 991013"/>
                <a:gd name="connsiteX24" fmla="*/ 572983 w 1660509"/>
                <a:gd name="connsiteY24" fmla="*/ 99203 h 991013"/>
                <a:gd name="connsiteX25" fmla="*/ 814283 w 1660509"/>
                <a:gd name="connsiteY25" fmla="*/ 2167 h 99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60509" h="991013">
                  <a:moveTo>
                    <a:pt x="820331" y="0"/>
                  </a:moveTo>
                  <a:lnTo>
                    <a:pt x="891774" y="12437"/>
                  </a:lnTo>
                  <a:cubicBezTo>
                    <a:pt x="990563" y="29850"/>
                    <a:pt x="1095801" y="49197"/>
                    <a:pt x="1122259" y="57928"/>
                  </a:cubicBezTo>
                  <a:cubicBezTo>
                    <a:pt x="1242909" y="76978"/>
                    <a:pt x="1363559" y="121428"/>
                    <a:pt x="1433409" y="153178"/>
                  </a:cubicBezTo>
                  <a:cubicBezTo>
                    <a:pt x="1503259" y="184928"/>
                    <a:pt x="1595334" y="321453"/>
                    <a:pt x="1630259" y="400828"/>
                  </a:cubicBezTo>
                  <a:cubicBezTo>
                    <a:pt x="1665184" y="480203"/>
                    <a:pt x="1670476" y="554286"/>
                    <a:pt x="1642959" y="629428"/>
                  </a:cubicBezTo>
                  <a:cubicBezTo>
                    <a:pt x="1615442" y="704570"/>
                    <a:pt x="1521250" y="799820"/>
                    <a:pt x="1465158" y="851678"/>
                  </a:cubicBezTo>
                  <a:cubicBezTo>
                    <a:pt x="1409066" y="903536"/>
                    <a:pt x="1340275" y="910945"/>
                    <a:pt x="1255609" y="934228"/>
                  </a:cubicBezTo>
                  <a:cubicBezTo>
                    <a:pt x="1192110" y="951690"/>
                    <a:pt x="1110155" y="976296"/>
                    <a:pt x="1032516" y="986615"/>
                  </a:cubicBezTo>
                  <a:lnTo>
                    <a:pt x="962941" y="991013"/>
                  </a:lnTo>
                  <a:lnTo>
                    <a:pt x="830158" y="959628"/>
                  </a:lnTo>
                  <a:cubicBezTo>
                    <a:pt x="527739" y="878798"/>
                    <a:pt x="305092" y="738701"/>
                    <a:pt x="184045" y="671497"/>
                  </a:cubicBezTo>
                  <a:cubicBezTo>
                    <a:pt x="93260" y="621094"/>
                    <a:pt x="112980" y="598149"/>
                    <a:pt x="113948" y="577381"/>
                  </a:cubicBezTo>
                  <a:lnTo>
                    <a:pt x="201509" y="571485"/>
                  </a:lnTo>
                  <a:cubicBezTo>
                    <a:pt x="239609" y="579819"/>
                    <a:pt x="290806" y="586567"/>
                    <a:pt x="337240" y="611967"/>
                  </a:cubicBezTo>
                  <a:cubicBezTo>
                    <a:pt x="383674" y="637367"/>
                    <a:pt x="480115" y="723885"/>
                    <a:pt x="480115" y="723885"/>
                  </a:cubicBezTo>
                  <a:cubicBezTo>
                    <a:pt x="522184" y="757619"/>
                    <a:pt x="592828" y="817945"/>
                    <a:pt x="589653" y="814373"/>
                  </a:cubicBezTo>
                  <a:cubicBezTo>
                    <a:pt x="586478" y="810801"/>
                    <a:pt x="497974" y="734204"/>
                    <a:pt x="461065" y="702454"/>
                  </a:cubicBezTo>
                  <a:cubicBezTo>
                    <a:pt x="424156" y="670704"/>
                    <a:pt x="407884" y="646495"/>
                    <a:pt x="368197" y="623873"/>
                  </a:cubicBezTo>
                  <a:cubicBezTo>
                    <a:pt x="328510" y="601251"/>
                    <a:pt x="270398" y="579874"/>
                    <a:pt x="222940" y="566723"/>
                  </a:cubicBezTo>
                  <a:cubicBezTo>
                    <a:pt x="175482" y="553572"/>
                    <a:pt x="108616" y="549667"/>
                    <a:pt x="83450" y="544967"/>
                  </a:cubicBezTo>
                  <a:lnTo>
                    <a:pt x="71941" y="538524"/>
                  </a:lnTo>
                  <a:cubicBezTo>
                    <a:pt x="35491" y="524032"/>
                    <a:pt x="-10851" y="528552"/>
                    <a:pt x="2277" y="491315"/>
                  </a:cubicBezTo>
                  <a:cubicBezTo>
                    <a:pt x="15405" y="454078"/>
                    <a:pt x="55590" y="380455"/>
                    <a:pt x="150708" y="315103"/>
                  </a:cubicBezTo>
                  <a:cubicBezTo>
                    <a:pt x="245826" y="249751"/>
                    <a:pt x="410000" y="169582"/>
                    <a:pt x="572983" y="99203"/>
                  </a:cubicBezTo>
                  <a:cubicBezTo>
                    <a:pt x="654475" y="64014"/>
                    <a:pt x="728293" y="34116"/>
                    <a:pt x="814283" y="2167"/>
                  </a:cubicBezTo>
                  <a:close/>
                </a:path>
              </a:pathLst>
            </a:custGeom>
            <a:gradFill>
              <a:gsLst>
                <a:gs pos="33000">
                  <a:srgbClr val="3E3D00"/>
                </a:gs>
                <a:gs pos="82000">
                  <a:srgbClr val="BEB97C"/>
                </a:gs>
                <a:gs pos="100000">
                  <a:srgbClr val="EBE9D5"/>
                </a:gs>
              </a:gsLst>
              <a:lin ang="4800000" scaled="0"/>
            </a:gra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EDF68C15-2B9B-4B6D-A3DA-0CF3866F88DF}"/>
                </a:ext>
              </a:extLst>
            </p:cNvPr>
            <p:cNvSpPr/>
            <p:nvPr/>
          </p:nvSpPr>
          <p:spPr>
            <a:xfrm>
              <a:off x="2794001" y="2298699"/>
              <a:ext cx="703350" cy="933539"/>
            </a:xfrm>
            <a:custGeom>
              <a:avLst/>
              <a:gdLst>
                <a:gd name="connsiteX0" fmla="*/ 0 w 650907"/>
                <a:gd name="connsiteY0" fmla="*/ 933450 h 934222"/>
                <a:gd name="connsiteX1" fmla="*/ 298450 w 650907"/>
                <a:gd name="connsiteY1" fmla="*/ 876300 h 934222"/>
                <a:gd name="connsiteX2" fmla="*/ 635000 w 650907"/>
                <a:gd name="connsiteY2" fmla="*/ 565150 h 934222"/>
                <a:gd name="connsiteX3" fmla="*/ 584200 w 650907"/>
                <a:gd name="connsiteY3" fmla="*/ 190500 h 934222"/>
                <a:gd name="connsiteX4" fmla="*/ 476250 w 650907"/>
                <a:gd name="connsiteY4" fmla="*/ 69850 h 934222"/>
                <a:gd name="connsiteX5" fmla="*/ 165100 w 650907"/>
                <a:gd name="connsiteY5" fmla="*/ 0 h 934222"/>
                <a:gd name="connsiteX0" fmla="*/ 0 w 689142"/>
                <a:gd name="connsiteY0" fmla="*/ 933450 h 934222"/>
                <a:gd name="connsiteX1" fmla="*/ 298450 w 689142"/>
                <a:gd name="connsiteY1" fmla="*/ 876300 h 934222"/>
                <a:gd name="connsiteX2" fmla="*/ 635000 w 689142"/>
                <a:gd name="connsiteY2" fmla="*/ 565150 h 934222"/>
                <a:gd name="connsiteX3" fmla="*/ 673100 w 689142"/>
                <a:gd name="connsiteY3" fmla="*/ 342900 h 934222"/>
                <a:gd name="connsiteX4" fmla="*/ 476250 w 689142"/>
                <a:gd name="connsiteY4" fmla="*/ 69850 h 934222"/>
                <a:gd name="connsiteX5" fmla="*/ 165100 w 689142"/>
                <a:gd name="connsiteY5" fmla="*/ 0 h 934222"/>
                <a:gd name="connsiteX0" fmla="*/ 0 w 689142"/>
                <a:gd name="connsiteY0" fmla="*/ 933450 h 934222"/>
                <a:gd name="connsiteX1" fmla="*/ 298450 w 689142"/>
                <a:gd name="connsiteY1" fmla="*/ 876300 h 934222"/>
                <a:gd name="connsiteX2" fmla="*/ 635000 w 689142"/>
                <a:gd name="connsiteY2" fmla="*/ 565150 h 934222"/>
                <a:gd name="connsiteX3" fmla="*/ 673100 w 689142"/>
                <a:gd name="connsiteY3" fmla="*/ 342900 h 934222"/>
                <a:gd name="connsiteX4" fmla="*/ 476250 w 689142"/>
                <a:gd name="connsiteY4" fmla="*/ 95250 h 934222"/>
                <a:gd name="connsiteX5" fmla="*/ 165100 w 689142"/>
                <a:gd name="connsiteY5" fmla="*/ 0 h 934222"/>
                <a:gd name="connsiteX0" fmla="*/ 0 w 682187"/>
                <a:gd name="connsiteY0" fmla="*/ 933450 h 933539"/>
                <a:gd name="connsiteX1" fmla="*/ 298450 w 682187"/>
                <a:gd name="connsiteY1" fmla="*/ 876300 h 933539"/>
                <a:gd name="connsiteX2" fmla="*/ 507999 w 682187"/>
                <a:gd name="connsiteY2" fmla="*/ 793750 h 933539"/>
                <a:gd name="connsiteX3" fmla="*/ 635000 w 682187"/>
                <a:gd name="connsiteY3" fmla="*/ 565150 h 933539"/>
                <a:gd name="connsiteX4" fmla="*/ 673100 w 682187"/>
                <a:gd name="connsiteY4" fmla="*/ 342900 h 933539"/>
                <a:gd name="connsiteX5" fmla="*/ 476250 w 682187"/>
                <a:gd name="connsiteY5" fmla="*/ 95250 h 933539"/>
                <a:gd name="connsiteX6" fmla="*/ 165100 w 682187"/>
                <a:gd name="connsiteY6" fmla="*/ 0 h 933539"/>
                <a:gd name="connsiteX0" fmla="*/ 0 w 703350"/>
                <a:gd name="connsiteY0" fmla="*/ 933450 h 933539"/>
                <a:gd name="connsiteX1" fmla="*/ 298450 w 703350"/>
                <a:gd name="connsiteY1" fmla="*/ 876300 h 933539"/>
                <a:gd name="connsiteX2" fmla="*/ 507999 w 703350"/>
                <a:gd name="connsiteY2" fmla="*/ 793750 h 933539"/>
                <a:gd name="connsiteX3" fmla="*/ 685800 w 703350"/>
                <a:gd name="connsiteY3" fmla="*/ 571500 h 933539"/>
                <a:gd name="connsiteX4" fmla="*/ 673100 w 703350"/>
                <a:gd name="connsiteY4" fmla="*/ 342900 h 933539"/>
                <a:gd name="connsiteX5" fmla="*/ 476250 w 703350"/>
                <a:gd name="connsiteY5" fmla="*/ 95250 h 933539"/>
                <a:gd name="connsiteX6" fmla="*/ 165100 w 703350"/>
                <a:gd name="connsiteY6" fmla="*/ 0 h 933539"/>
                <a:gd name="connsiteX0" fmla="*/ 0 w 703350"/>
                <a:gd name="connsiteY0" fmla="*/ 933450 h 933539"/>
                <a:gd name="connsiteX1" fmla="*/ 298450 w 703350"/>
                <a:gd name="connsiteY1" fmla="*/ 876300 h 933539"/>
                <a:gd name="connsiteX2" fmla="*/ 507999 w 703350"/>
                <a:gd name="connsiteY2" fmla="*/ 793750 h 933539"/>
                <a:gd name="connsiteX3" fmla="*/ 685800 w 703350"/>
                <a:gd name="connsiteY3" fmla="*/ 571500 h 933539"/>
                <a:gd name="connsiteX4" fmla="*/ 673100 w 703350"/>
                <a:gd name="connsiteY4" fmla="*/ 342900 h 933539"/>
                <a:gd name="connsiteX5" fmla="*/ 476250 w 703350"/>
                <a:gd name="connsiteY5" fmla="*/ 95250 h 933539"/>
                <a:gd name="connsiteX6" fmla="*/ 165100 w 703350"/>
                <a:gd name="connsiteY6" fmla="*/ 0 h 933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3350" h="933539">
                  <a:moveTo>
                    <a:pt x="0" y="933450"/>
                  </a:moveTo>
                  <a:cubicBezTo>
                    <a:pt x="96308" y="935566"/>
                    <a:pt x="213784" y="899583"/>
                    <a:pt x="298450" y="876300"/>
                  </a:cubicBezTo>
                  <a:cubicBezTo>
                    <a:pt x="383116" y="853017"/>
                    <a:pt x="451907" y="845608"/>
                    <a:pt x="507999" y="793750"/>
                  </a:cubicBezTo>
                  <a:cubicBezTo>
                    <a:pt x="564091" y="741892"/>
                    <a:pt x="658283" y="646642"/>
                    <a:pt x="685800" y="571500"/>
                  </a:cubicBezTo>
                  <a:cubicBezTo>
                    <a:pt x="713317" y="496358"/>
                    <a:pt x="708025" y="422275"/>
                    <a:pt x="673100" y="342900"/>
                  </a:cubicBezTo>
                  <a:cubicBezTo>
                    <a:pt x="638175" y="263525"/>
                    <a:pt x="546100" y="127000"/>
                    <a:pt x="476250" y="95250"/>
                  </a:cubicBezTo>
                  <a:cubicBezTo>
                    <a:pt x="406400" y="63500"/>
                    <a:pt x="285750" y="19050"/>
                    <a:pt x="16510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066F010D-48F9-4756-AC9D-25F92AC6C1EC}"/>
                </a:ext>
              </a:extLst>
            </p:cNvPr>
            <p:cNvSpPr/>
            <p:nvPr/>
          </p:nvSpPr>
          <p:spPr>
            <a:xfrm>
              <a:off x="3352800" y="3002810"/>
              <a:ext cx="1066808" cy="370281"/>
            </a:xfrm>
            <a:custGeom>
              <a:avLst/>
              <a:gdLst>
                <a:gd name="connsiteX0" fmla="*/ 0 w 1066808"/>
                <a:gd name="connsiteY0" fmla="*/ 127740 h 370281"/>
                <a:gd name="connsiteX1" fmla="*/ 482600 w 1066808"/>
                <a:gd name="connsiteY1" fmla="*/ 740 h 370281"/>
                <a:gd name="connsiteX2" fmla="*/ 1066800 w 1066808"/>
                <a:gd name="connsiteY2" fmla="*/ 89640 h 370281"/>
                <a:gd name="connsiteX3" fmla="*/ 495300 w 1066808"/>
                <a:gd name="connsiteY3" fmla="*/ 362690 h 370281"/>
                <a:gd name="connsiteX4" fmla="*/ 76200 w 1066808"/>
                <a:gd name="connsiteY4" fmla="*/ 267440 h 370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6808" h="370281">
                  <a:moveTo>
                    <a:pt x="0" y="127740"/>
                  </a:moveTo>
                  <a:cubicBezTo>
                    <a:pt x="152400" y="67415"/>
                    <a:pt x="304800" y="7090"/>
                    <a:pt x="482600" y="740"/>
                  </a:cubicBezTo>
                  <a:cubicBezTo>
                    <a:pt x="660400" y="-5610"/>
                    <a:pt x="1064683" y="29315"/>
                    <a:pt x="1066800" y="89640"/>
                  </a:cubicBezTo>
                  <a:cubicBezTo>
                    <a:pt x="1068917" y="149965"/>
                    <a:pt x="660400" y="333057"/>
                    <a:pt x="495300" y="362690"/>
                  </a:cubicBezTo>
                  <a:cubicBezTo>
                    <a:pt x="330200" y="392323"/>
                    <a:pt x="203200" y="329881"/>
                    <a:pt x="76200" y="267440"/>
                  </a:cubicBezTo>
                </a:path>
              </a:pathLst>
            </a:custGeom>
            <a:solidFill>
              <a:srgbClr val="858245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965" name="Group 964">
              <a:extLst>
                <a:ext uri="{FF2B5EF4-FFF2-40B4-BE49-F238E27FC236}">
                  <a16:creationId xmlns:a16="http://schemas.microsoft.com/office/drawing/2014/main" id="{FB9653D0-150A-4C71-8E79-2322152C61BB}"/>
                </a:ext>
              </a:extLst>
            </p:cNvPr>
            <p:cNvGrpSpPr/>
            <p:nvPr/>
          </p:nvGrpSpPr>
          <p:grpSpPr>
            <a:xfrm>
              <a:off x="2360235" y="2551576"/>
              <a:ext cx="224160" cy="227343"/>
              <a:chOff x="1096705" y="2153857"/>
              <a:chExt cx="462016" cy="468575"/>
            </a:xfrm>
          </p:grpSpPr>
          <p:sp>
            <p:nvSpPr>
              <p:cNvPr id="1014" name="Oval 1013">
                <a:extLst>
                  <a:ext uri="{FF2B5EF4-FFF2-40B4-BE49-F238E27FC236}">
                    <a16:creationId xmlns:a16="http://schemas.microsoft.com/office/drawing/2014/main" id="{144887AF-D292-4404-903C-5C4F5D51FE01}"/>
                  </a:ext>
                </a:extLst>
              </p:cNvPr>
              <p:cNvSpPr/>
              <p:nvPr/>
            </p:nvSpPr>
            <p:spPr>
              <a:xfrm flipH="1">
                <a:off x="1096705" y="2153857"/>
                <a:ext cx="462016" cy="468575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5" name="Oval 1014">
                <a:extLst>
                  <a:ext uri="{FF2B5EF4-FFF2-40B4-BE49-F238E27FC236}">
                    <a16:creationId xmlns:a16="http://schemas.microsoft.com/office/drawing/2014/main" id="{5A22B758-B3BD-4FA5-A11D-AEF479ACE96E}"/>
                  </a:ext>
                </a:extLst>
              </p:cNvPr>
              <p:cNvSpPr/>
              <p:nvPr/>
            </p:nvSpPr>
            <p:spPr>
              <a:xfrm flipH="1">
                <a:off x="1151398" y="2213867"/>
                <a:ext cx="348553" cy="348553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6" name="Oval 1015">
                <a:extLst>
                  <a:ext uri="{FF2B5EF4-FFF2-40B4-BE49-F238E27FC236}">
                    <a16:creationId xmlns:a16="http://schemas.microsoft.com/office/drawing/2014/main" id="{28DC1A10-0308-4090-9981-CAD9FE8EF38C}"/>
                  </a:ext>
                </a:extLst>
              </p:cNvPr>
              <p:cNvSpPr/>
              <p:nvPr/>
            </p:nvSpPr>
            <p:spPr>
              <a:xfrm>
                <a:off x="1190059" y="2252523"/>
                <a:ext cx="271230" cy="271240"/>
              </a:xfrm>
              <a:prstGeom prst="ellipse">
                <a:avLst/>
              </a:prstGeom>
              <a:solidFill>
                <a:schemeClr val="tx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5387510D-3CC7-4807-92CB-AA4039B360A8}"/>
                </a:ext>
              </a:extLst>
            </p:cNvPr>
            <p:cNvSpPr/>
            <p:nvPr/>
          </p:nvSpPr>
          <p:spPr>
            <a:xfrm>
              <a:off x="1971675" y="2759869"/>
              <a:ext cx="524519" cy="346088"/>
            </a:xfrm>
            <a:custGeom>
              <a:avLst/>
              <a:gdLst>
                <a:gd name="connsiteX0" fmla="*/ 457200 w 524519"/>
                <a:gd name="connsiteY0" fmla="*/ 292894 h 346088"/>
                <a:gd name="connsiteX1" fmla="*/ 523875 w 524519"/>
                <a:gd name="connsiteY1" fmla="*/ 342900 h 346088"/>
                <a:gd name="connsiteX2" fmla="*/ 421481 w 524519"/>
                <a:gd name="connsiteY2" fmla="*/ 211931 h 346088"/>
                <a:gd name="connsiteX3" fmla="*/ 290513 w 524519"/>
                <a:gd name="connsiteY3" fmla="*/ 71437 h 346088"/>
                <a:gd name="connsiteX4" fmla="*/ 0 w 524519"/>
                <a:gd name="connsiteY4" fmla="*/ 0 h 34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519" h="346088">
                  <a:moveTo>
                    <a:pt x="457200" y="292894"/>
                  </a:moveTo>
                  <a:cubicBezTo>
                    <a:pt x="493514" y="324644"/>
                    <a:pt x="529828" y="356394"/>
                    <a:pt x="523875" y="342900"/>
                  </a:cubicBezTo>
                  <a:cubicBezTo>
                    <a:pt x="517922" y="329406"/>
                    <a:pt x="460375" y="257175"/>
                    <a:pt x="421481" y="211931"/>
                  </a:cubicBezTo>
                  <a:cubicBezTo>
                    <a:pt x="382587" y="166687"/>
                    <a:pt x="360760" y="106759"/>
                    <a:pt x="290513" y="71437"/>
                  </a:cubicBezTo>
                  <a:cubicBezTo>
                    <a:pt x="220266" y="36115"/>
                    <a:pt x="110133" y="18057"/>
                    <a:pt x="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B018C8EA-219C-4EB8-A3E6-0DA33962F7CA}"/>
                </a:ext>
              </a:extLst>
            </p:cNvPr>
            <p:cNvSpPr/>
            <p:nvPr/>
          </p:nvSpPr>
          <p:spPr>
            <a:xfrm>
              <a:off x="2838450" y="2490788"/>
              <a:ext cx="350788" cy="576262"/>
            </a:xfrm>
            <a:custGeom>
              <a:avLst/>
              <a:gdLst>
                <a:gd name="connsiteX0" fmla="*/ 0 w 350788"/>
                <a:gd name="connsiteY0" fmla="*/ 576262 h 576262"/>
                <a:gd name="connsiteX1" fmla="*/ 226219 w 350788"/>
                <a:gd name="connsiteY1" fmla="*/ 516731 h 576262"/>
                <a:gd name="connsiteX2" fmla="*/ 347663 w 350788"/>
                <a:gd name="connsiteY2" fmla="*/ 314325 h 576262"/>
                <a:gd name="connsiteX3" fmla="*/ 302419 w 350788"/>
                <a:gd name="connsiteY3" fmla="*/ 114300 h 576262"/>
                <a:gd name="connsiteX4" fmla="*/ 169069 w 350788"/>
                <a:gd name="connsiteY4" fmla="*/ 0 h 57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788" h="576262">
                  <a:moveTo>
                    <a:pt x="0" y="576262"/>
                  </a:moveTo>
                  <a:cubicBezTo>
                    <a:pt x="84137" y="568324"/>
                    <a:pt x="168275" y="560387"/>
                    <a:pt x="226219" y="516731"/>
                  </a:cubicBezTo>
                  <a:cubicBezTo>
                    <a:pt x="284163" y="473075"/>
                    <a:pt x="334963" y="381397"/>
                    <a:pt x="347663" y="314325"/>
                  </a:cubicBezTo>
                  <a:cubicBezTo>
                    <a:pt x="360363" y="247253"/>
                    <a:pt x="332185" y="166687"/>
                    <a:pt x="302419" y="114300"/>
                  </a:cubicBezTo>
                  <a:cubicBezTo>
                    <a:pt x="272653" y="61913"/>
                    <a:pt x="220861" y="30956"/>
                    <a:pt x="169069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57A37597-EE00-42DC-9D3A-3DA9176669D6}"/>
                </a:ext>
              </a:extLst>
            </p:cNvPr>
            <p:cNvSpPr/>
            <p:nvPr/>
          </p:nvSpPr>
          <p:spPr>
            <a:xfrm>
              <a:off x="1836840" y="1764190"/>
              <a:ext cx="6537941" cy="1649722"/>
            </a:xfrm>
            <a:custGeom>
              <a:avLst/>
              <a:gdLst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153257 w 6582558"/>
                <a:gd name="connsiteY18" fmla="*/ 1036154 h 1649722"/>
                <a:gd name="connsiteX19" fmla="*/ 246126 w 6582558"/>
                <a:gd name="connsiteY19" fmla="*/ 1045679 h 1649722"/>
                <a:gd name="connsiteX20" fmla="*/ 381857 w 6582558"/>
                <a:gd name="connsiteY20" fmla="*/ 1086161 h 1649722"/>
                <a:gd name="connsiteX21" fmla="*/ 524732 w 6582558"/>
                <a:gd name="connsiteY21" fmla="*/ 1198079 h 1649722"/>
                <a:gd name="connsiteX22" fmla="*/ 634270 w 6582558"/>
                <a:gd name="connsiteY22" fmla="*/ 1288567 h 1649722"/>
                <a:gd name="connsiteX23" fmla="*/ 505682 w 6582558"/>
                <a:gd name="connsiteY23" fmla="*/ 1176648 h 1649722"/>
                <a:gd name="connsiteX24" fmla="*/ 412814 w 6582558"/>
                <a:gd name="connsiteY24" fmla="*/ 1098067 h 1649722"/>
                <a:gd name="connsiteX25" fmla="*/ 267557 w 6582558"/>
                <a:gd name="connsiteY25" fmla="*/ 1040917 h 1649722"/>
                <a:gd name="connsiteX26" fmla="*/ 150876 w 6582558"/>
                <a:gd name="connsiteY26" fmla="*/ 1021867 h 1649722"/>
                <a:gd name="connsiteX27" fmla="*/ 128067 w 6582558"/>
                <a:gd name="connsiteY27" fmla="*/ 1019161 h 1649722"/>
                <a:gd name="connsiteX28" fmla="*/ 116558 w 6582558"/>
                <a:gd name="connsiteY28" fmla="*/ 1012718 h 1649722"/>
                <a:gd name="connsiteX29" fmla="*/ 21494 w 6582558"/>
                <a:gd name="connsiteY29" fmla="*/ 968684 h 1649722"/>
                <a:gd name="connsiteX30" fmla="*/ 42925 w 6582558"/>
                <a:gd name="connsiteY30" fmla="*/ 849622 h 1649722"/>
                <a:gd name="connsiteX31" fmla="*/ 430275 w 6582558"/>
                <a:gd name="connsiteY31" fmla="*/ 633722 h 1649722"/>
                <a:gd name="connsiteX32" fmla="*/ 1173225 w 6582558"/>
                <a:gd name="connsiteY32" fmla="*/ 367022 h 1649722"/>
                <a:gd name="connsiteX33" fmla="*/ 1992375 w 6582558"/>
                <a:gd name="connsiteY33" fmla="*/ 113022 h 1649722"/>
                <a:gd name="connsiteX34" fmla="*/ 2921361 w 6582558"/>
                <a:gd name="connsiteY34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153257 w 6582558"/>
                <a:gd name="connsiteY18" fmla="*/ 1036154 h 1649722"/>
                <a:gd name="connsiteX19" fmla="*/ 246126 w 6582558"/>
                <a:gd name="connsiteY19" fmla="*/ 1045679 h 1649722"/>
                <a:gd name="connsiteX20" fmla="*/ 381857 w 6582558"/>
                <a:gd name="connsiteY20" fmla="*/ 1086161 h 1649722"/>
                <a:gd name="connsiteX21" fmla="*/ 524732 w 6582558"/>
                <a:gd name="connsiteY21" fmla="*/ 1198079 h 1649722"/>
                <a:gd name="connsiteX22" fmla="*/ 634270 w 6582558"/>
                <a:gd name="connsiteY22" fmla="*/ 1288567 h 1649722"/>
                <a:gd name="connsiteX23" fmla="*/ 505682 w 6582558"/>
                <a:gd name="connsiteY23" fmla="*/ 1176648 h 1649722"/>
                <a:gd name="connsiteX24" fmla="*/ 412814 w 6582558"/>
                <a:gd name="connsiteY24" fmla="*/ 1098067 h 1649722"/>
                <a:gd name="connsiteX25" fmla="*/ 267557 w 6582558"/>
                <a:gd name="connsiteY25" fmla="*/ 1040917 h 1649722"/>
                <a:gd name="connsiteX26" fmla="*/ 128067 w 6582558"/>
                <a:gd name="connsiteY26" fmla="*/ 1019161 h 1649722"/>
                <a:gd name="connsiteX27" fmla="*/ 116558 w 6582558"/>
                <a:gd name="connsiteY27" fmla="*/ 1012718 h 1649722"/>
                <a:gd name="connsiteX28" fmla="*/ 21494 w 6582558"/>
                <a:gd name="connsiteY28" fmla="*/ 968684 h 1649722"/>
                <a:gd name="connsiteX29" fmla="*/ 42925 w 6582558"/>
                <a:gd name="connsiteY29" fmla="*/ 849622 h 1649722"/>
                <a:gd name="connsiteX30" fmla="*/ 430275 w 6582558"/>
                <a:gd name="connsiteY30" fmla="*/ 633722 h 1649722"/>
                <a:gd name="connsiteX31" fmla="*/ 1173225 w 6582558"/>
                <a:gd name="connsiteY31" fmla="*/ 367022 h 1649722"/>
                <a:gd name="connsiteX32" fmla="*/ 1992375 w 6582558"/>
                <a:gd name="connsiteY32" fmla="*/ 113022 h 1649722"/>
                <a:gd name="connsiteX33" fmla="*/ 2921361 w 6582558"/>
                <a:gd name="connsiteY33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246126 w 6582558"/>
                <a:gd name="connsiteY18" fmla="*/ 1045679 h 1649722"/>
                <a:gd name="connsiteX19" fmla="*/ 381857 w 6582558"/>
                <a:gd name="connsiteY19" fmla="*/ 1086161 h 1649722"/>
                <a:gd name="connsiteX20" fmla="*/ 524732 w 6582558"/>
                <a:gd name="connsiteY20" fmla="*/ 1198079 h 1649722"/>
                <a:gd name="connsiteX21" fmla="*/ 634270 w 6582558"/>
                <a:gd name="connsiteY21" fmla="*/ 1288567 h 1649722"/>
                <a:gd name="connsiteX22" fmla="*/ 505682 w 6582558"/>
                <a:gd name="connsiteY22" fmla="*/ 1176648 h 1649722"/>
                <a:gd name="connsiteX23" fmla="*/ 412814 w 6582558"/>
                <a:gd name="connsiteY23" fmla="*/ 1098067 h 1649722"/>
                <a:gd name="connsiteX24" fmla="*/ 267557 w 6582558"/>
                <a:gd name="connsiteY24" fmla="*/ 1040917 h 1649722"/>
                <a:gd name="connsiteX25" fmla="*/ 128067 w 6582558"/>
                <a:gd name="connsiteY25" fmla="*/ 1019161 h 1649722"/>
                <a:gd name="connsiteX26" fmla="*/ 116558 w 6582558"/>
                <a:gd name="connsiteY26" fmla="*/ 1012718 h 1649722"/>
                <a:gd name="connsiteX27" fmla="*/ 21494 w 6582558"/>
                <a:gd name="connsiteY27" fmla="*/ 968684 h 1649722"/>
                <a:gd name="connsiteX28" fmla="*/ 42925 w 6582558"/>
                <a:gd name="connsiteY28" fmla="*/ 849622 h 1649722"/>
                <a:gd name="connsiteX29" fmla="*/ 430275 w 6582558"/>
                <a:gd name="connsiteY29" fmla="*/ 633722 h 1649722"/>
                <a:gd name="connsiteX30" fmla="*/ 1173225 w 6582558"/>
                <a:gd name="connsiteY30" fmla="*/ 367022 h 1649722"/>
                <a:gd name="connsiteX31" fmla="*/ 1992375 w 6582558"/>
                <a:gd name="connsiteY31" fmla="*/ 113022 h 1649722"/>
                <a:gd name="connsiteX32" fmla="*/ 2921361 w 6582558"/>
                <a:gd name="connsiteY32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246126 w 6582558"/>
                <a:gd name="connsiteY17" fmla="*/ 1045679 h 1649722"/>
                <a:gd name="connsiteX18" fmla="*/ 381857 w 6582558"/>
                <a:gd name="connsiteY18" fmla="*/ 1086161 h 1649722"/>
                <a:gd name="connsiteX19" fmla="*/ 524732 w 6582558"/>
                <a:gd name="connsiteY19" fmla="*/ 1198079 h 1649722"/>
                <a:gd name="connsiteX20" fmla="*/ 634270 w 6582558"/>
                <a:gd name="connsiteY20" fmla="*/ 1288567 h 1649722"/>
                <a:gd name="connsiteX21" fmla="*/ 505682 w 6582558"/>
                <a:gd name="connsiteY21" fmla="*/ 1176648 h 1649722"/>
                <a:gd name="connsiteX22" fmla="*/ 412814 w 6582558"/>
                <a:gd name="connsiteY22" fmla="*/ 1098067 h 1649722"/>
                <a:gd name="connsiteX23" fmla="*/ 267557 w 6582558"/>
                <a:gd name="connsiteY23" fmla="*/ 1040917 h 1649722"/>
                <a:gd name="connsiteX24" fmla="*/ 128067 w 6582558"/>
                <a:gd name="connsiteY24" fmla="*/ 1019161 h 1649722"/>
                <a:gd name="connsiteX25" fmla="*/ 116558 w 6582558"/>
                <a:gd name="connsiteY25" fmla="*/ 1012718 h 1649722"/>
                <a:gd name="connsiteX26" fmla="*/ 21494 w 6582558"/>
                <a:gd name="connsiteY26" fmla="*/ 968684 h 1649722"/>
                <a:gd name="connsiteX27" fmla="*/ 42925 w 6582558"/>
                <a:gd name="connsiteY27" fmla="*/ 849622 h 1649722"/>
                <a:gd name="connsiteX28" fmla="*/ 430275 w 6582558"/>
                <a:gd name="connsiteY28" fmla="*/ 633722 h 1649722"/>
                <a:gd name="connsiteX29" fmla="*/ 1173225 w 6582558"/>
                <a:gd name="connsiteY29" fmla="*/ 367022 h 1649722"/>
                <a:gd name="connsiteX30" fmla="*/ 1992375 w 6582558"/>
                <a:gd name="connsiteY30" fmla="*/ 113022 h 1649722"/>
                <a:gd name="connsiteX31" fmla="*/ 2921361 w 6582558"/>
                <a:gd name="connsiteY31" fmla="*/ 1103 h 1649722"/>
                <a:gd name="connsiteX0" fmla="*/ 2909914 w 6571111"/>
                <a:gd name="connsiteY0" fmla="*/ 1103 h 1649722"/>
                <a:gd name="connsiteX1" fmla="*/ 3250928 w 6571111"/>
                <a:gd name="connsiteY1" fmla="*/ 11422 h 1649722"/>
                <a:gd name="connsiteX2" fmla="*/ 4705078 w 6571111"/>
                <a:gd name="connsiteY2" fmla="*/ 367022 h 1649722"/>
                <a:gd name="connsiteX3" fmla="*/ 5441678 w 6571111"/>
                <a:gd name="connsiteY3" fmla="*/ 557522 h 1649722"/>
                <a:gd name="connsiteX4" fmla="*/ 5962378 w 6571111"/>
                <a:gd name="connsiteY4" fmla="*/ 646422 h 1649722"/>
                <a:gd name="connsiteX5" fmla="*/ 6311628 w 6571111"/>
                <a:gd name="connsiteY5" fmla="*/ 551172 h 1649722"/>
                <a:gd name="connsiteX6" fmla="*/ 6552928 w 6571111"/>
                <a:gd name="connsiteY6" fmla="*/ 665472 h 1649722"/>
                <a:gd name="connsiteX7" fmla="*/ 6521178 w 6571111"/>
                <a:gd name="connsiteY7" fmla="*/ 1243322 h 1649722"/>
                <a:gd name="connsiteX8" fmla="*/ 6260828 w 6571111"/>
                <a:gd name="connsiteY8" fmla="*/ 1262372 h 1649722"/>
                <a:gd name="connsiteX9" fmla="*/ 5841728 w 6571111"/>
                <a:gd name="connsiteY9" fmla="*/ 1154422 h 1649722"/>
                <a:gd name="connsiteX10" fmla="*/ 5194028 w 6571111"/>
                <a:gd name="connsiteY10" fmla="*/ 1325872 h 1649722"/>
                <a:gd name="connsiteX11" fmla="*/ 4393928 w 6571111"/>
                <a:gd name="connsiteY11" fmla="*/ 1605272 h 1649722"/>
                <a:gd name="connsiteX12" fmla="*/ 3301728 w 6571111"/>
                <a:gd name="connsiteY12" fmla="*/ 1649722 h 1649722"/>
                <a:gd name="connsiteX13" fmla="*/ 2031728 w 6571111"/>
                <a:gd name="connsiteY13" fmla="*/ 1630672 h 1649722"/>
                <a:gd name="connsiteX14" fmla="*/ 863328 w 6571111"/>
                <a:gd name="connsiteY14" fmla="*/ 1433822 h 1649722"/>
                <a:gd name="connsiteX15" fmla="*/ 217215 w 6571111"/>
                <a:gd name="connsiteY15" fmla="*/ 1145691 h 1649722"/>
                <a:gd name="connsiteX16" fmla="*/ 147118 w 6571111"/>
                <a:gd name="connsiteY16" fmla="*/ 1051575 h 1649722"/>
                <a:gd name="connsiteX17" fmla="*/ 234679 w 6571111"/>
                <a:gd name="connsiteY17" fmla="*/ 1045679 h 1649722"/>
                <a:gd name="connsiteX18" fmla="*/ 370410 w 6571111"/>
                <a:gd name="connsiteY18" fmla="*/ 1086161 h 1649722"/>
                <a:gd name="connsiteX19" fmla="*/ 513285 w 6571111"/>
                <a:gd name="connsiteY19" fmla="*/ 1198079 h 1649722"/>
                <a:gd name="connsiteX20" fmla="*/ 622823 w 6571111"/>
                <a:gd name="connsiteY20" fmla="*/ 1288567 h 1649722"/>
                <a:gd name="connsiteX21" fmla="*/ 494235 w 6571111"/>
                <a:gd name="connsiteY21" fmla="*/ 1176648 h 1649722"/>
                <a:gd name="connsiteX22" fmla="*/ 401367 w 6571111"/>
                <a:gd name="connsiteY22" fmla="*/ 1098067 h 1649722"/>
                <a:gd name="connsiteX23" fmla="*/ 256110 w 6571111"/>
                <a:gd name="connsiteY23" fmla="*/ 1040917 h 1649722"/>
                <a:gd name="connsiteX24" fmla="*/ 116620 w 6571111"/>
                <a:gd name="connsiteY24" fmla="*/ 1019161 h 1649722"/>
                <a:gd name="connsiteX25" fmla="*/ 105111 w 6571111"/>
                <a:gd name="connsiteY25" fmla="*/ 1012718 h 1649722"/>
                <a:gd name="connsiteX26" fmla="*/ 35447 w 6571111"/>
                <a:gd name="connsiteY26" fmla="*/ 965509 h 1649722"/>
                <a:gd name="connsiteX27" fmla="*/ 31478 w 6571111"/>
                <a:gd name="connsiteY27" fmla="*/ 849622 h 1649722"/>
                <a:gd name="connsiteX28" fmla="*/ 418828 w 6571111"/>
                <a:gd name="connsiteY28" fmla="*/ 633722 h 1649722"/>
                <a:gd name="connsiteX29" fmla="*/ 1161778 w 6571111"/>
                <a:gd name="connsiteY29" fmla="*/ 367022 h 1649722"/>
                <a:gd name="connsiteX30" fmla="*/ 1980928 w 6571111"/>
                <a:gd name="connsiteY30" fmla="*/ 113022 h 1649722"/>
                <a:gd name="connsiteX31" fmla="*/ 2909914 w 6571111"/>
                <a:gd name="connsiteY31" fmla="*/ 1103 h 1649722"/>
                <a:gd name="connsiteX0" fmla="*/ 2874514 w 6535711"/>
                <a:gd name="connsiteY0" fmla="*/ 1103 h 1649722"/>
                <a:gd name="connsiteX1" fmla="*/ 3215528 w 6535711"/>
                <a:gd name="connsiteY1" fmla="*/ 11422 h 1649722"/>
                <a:gd name="connsiteX2" fmla="*/ 4669678 w 6535711"/>
                <a:gd name="connsiteY2" fmla="*/ 367022 h 1649722"/>
                <a:gd name="connsiteX3" fmla="*/ 5406278 w 6535711"/>
                <a:gd name="connsiteY3" fmla="*/ 557522 h 1649722"/>
                <a:gd name="connsiteX4" fmla="*/ 5926978 w 6535711"/>
                <a:gd name="connsiteY4" fmla="*/ 646422 h 1649722"/>
                <a:gd name="connsiteX5" fmla="*/ 6276228 w 6535711"/>
                <a:gd name="connsiteY5" fmla="*/ 551172 h 1649722"/>
                <a:gd name="connsiteX6" fmla="*/ 6517528 w 6535711"/>
                <a:gd name="connsiteY6" fmla="*/ 665472 h 1649722"/>
                <a:gd name="connsiteX7" fmla="*/ 6485778 w 6535711"/>
                <a:gd name="connsiteY7" fmla="*/ 1243322 h 1649722"/>
                <a:gd name="connsiteX8" fmla="*/ 6225428 w 6535711"/>
                <a:gd name="connsiteY8" fmla="*/ 1262372 h 1649722"/>
                <a:gd name="connsiteX9" fmla="*/ 5806328 w 6535711"/>
                <a:gd name="connsiteY9" fmla="*/ 1154422 h 1649722"/>
                <a:gd name="connsiteX10" fmla="*/ 5158628 w 6535711"/>
                <a:gd name="connsiteY10" fmla="*/ 1325872 h 1649722"/>
                <a:gd name="connsiteX11" fmla="*/ 4358528 w 6535711"/>
                <a:gd name="connsiteY11" fmla="*/ 1605272 h 1649722"/>
                <a:gd name="connsiteX12" fmla="*/ 3266328 w 6535711"/>
                <a:gd name="connsiteY12" fmla="*/ 1649722 h 1649722"/>
                <a:gd name="connsiteX13" fmla="*/ 1996328 w 6535711"/>
                <a:gd name="connsiteY13" fmla="*/ 1630672 h 1649722"/>
                <a:gd name="connsiteX14" fmla="*/ 827928 w 6535711"/>
                <a:gd name="connsiteY14" fmla="*/ 1433822 h 1649722"/>
                <a:gd name="connsiteX15" fmla="*/ 181815 w 6535711"/>
                <a:gd name="connsiteY15" fmla="*/ 1145691 h 1649722"/>
                <a:gd name="connsiteX16" fmla="*/ 111718 w 6535711"/>
                <a:gd name="connsiteY16" fmla="*/ 1051575 h 1649722"/>
                <a:gd name="connsiteX17" fmla="*/ 199279 w 6535711"/>
                <a:gd name="connsiteY17" fmla="*/ 1045679 h 1649722"/>
                <a:gd name="connsiteX18" fmla="*/ 335010 w 6535711"/>
                <a:gd name="connsiteY18" fmla="*/ 1086161 h 1649722"/>
                <a:gd name="connsiteX19" fmla="*/ 477885 w 6535711"/>
                <a:gd name="connsiteY19" fmla="*/ 1198079 h 1649722"/>
                <a:gd name="connsiteX20" fmla="*/ 587423 w 6535711"/>
                <a:gd name="connsiteY20" fmla="*/ 1288567 h 1649722"/>
                <a:gd name="connsiteX21" fmla="*/ 458835 w 6535711"/>
                <a:gd name="connsiteY21" fmla="*/ 1176648 h 1649722"/>
                <a:gd name="connsiteX22" fmla="*/ 365967 w 6535711"/>
                <a:gd name="connsiteY22" fmla="*/ 1098067 h 1649722"/>
                <a:gd name="connsiteX23" fmla="*/ 220710 w 6535711"/>
                <a:gd name="connsiteY23" fmla="*/ 1040917 h 1649722"/>
                <a:gd name="connsiteX24" fmla="*/ 81220 w 6535711"/>
                <a:gd name="connsiteY24" fmla="*/ 1019161 h 1649722"/>
                <a:gd name="connsiteX25" fmla="*/ 69711 w 6535711"/>
                <a:gd name="connsiteY25" fmla="*/ 1012718 h 1649722"/>
                <a:gd name="connsiteX26" fmla="*/ 47 w 6535711"/>
                <a:gd name="connsiteY26" fmla="*/ 965509 h 1649722"/>
                <a:gd name="connsiteX27" fmla="*/ 78628 w 6535711"/>
                <a:gd name="connsiteY27" fmla="*/ 811522 h 1649722"/>
                <a:gd name="connsiteX28" fmla="*/ 383428 w 6535711"/>
                <a:gd name="connsiteY28" fmla="*/ 633722 h 1649722"/>
                <a:gd name="connsiteX29" fmla="*/ 1126378 w 6535711"/>
                <a:gd name="connsiteY29" fmla="*/ 367022 h 1649722"/>
                <a:gd name="connsiteX30" fmla="*/ 1945528 w 6535711"/>
                <a:gd name="connsiteY30" fmla="*/ 113022 h 1649722"/>
                <a:gd name="connsiteX31" fmla="*/ 2874514 w 6535711"/>
                <a:gd name="connsiteY31" fmla="*/ 1103 h 1649722"/>
                <a:gd name="connsiteX0" fmla="*/ 2876744 w 6537941"/>
                <a:gd name="connsiteY0" fmla="*/ 1103 h 1649722"/>
                <a:gd name="connsiteX1" fmla="*/ 3217758 w 6537941"/>
                <a:gd name="connsiteY1" fmla="*/ 11422 h 1649722"/>
                <a:gd name="connsiteX2" fmla="*/ 4671908 w 6537941"/>
                <a:gd name="connsiteY2" fmla="*/ 367022 h 1649722"/>
                <a:gd name="connsiteX3" fmla="*/ 5408508 w 6537941"/>
                <a:gd name="connsiteY3" fmla="*/ 557522 h 1649722"/>
                <a:gd name="connsiteX4" fmla="*/ 5929208 w 6537941"/>
                <a:gd name="connsiteY4" fmla="*/ 646422 h 1649722"/>
                <a:gd name="connsiteX5" fmla="*/ 6278458 w 6537941"/>
                <a:gd name="connsiteY5" fmla="*/ 551172 h 1649722"/>
                <a:gd name="connsiteX6" fmla="*/ 6519758 w 6537941"/>
                <a:gd name="connsiteY6" fmla="*/ 665472 h 1649722"/>
                <a:gd name="connsiteX7" fmla="*/ 6488008 w 6537941"/>
                <a:gd name="connsiteY7" fmla="*/ 1243322 h 1649722"/>
                <a:gd name="connsiteX8" fmla="*/ 6227658 w 6537941"/>
                <a:gd name="connsiteY8" fmla="*/ 1262372 h 1649722"/>
                <a:gd name="connsiteX9" fmla="*/ 5808558 w 6537941"/>
                <a:gd name="connsiteY9" fmla="*/ 1154422 h 1649722"/>
                <a:gd name="connsiteX10" fmla="*/ 5160858 w 6537941"/>
                <a:gd name="connsiteY10" fmla="*/ 1325872 h 1649722"/>
                <a:gd name="connsiteX11" fmla="*/ 4360758 w 6537941"/>
                <a:gd name="connsiteY11" fmla="*/ 1605272 h 1649722"/>
                <a:gd name="connsiteX12" fmla="*/ 3268558 w 6537941"/>
                <a:gd name="connsiteY12" fmla="*/ 1649722 h 1649722"/>
                <a:gd name="connsiteX13" fmla="*/ 1998558 w 6537941"/>
                <a:gd name="connsiteY13" fmla="*/ 1630672 h 1649722"/>
                <a:gd name="connsiteX14" fmla="*/ 830158 w 6537941"/>
                <a:gd name="connsiteY14" fmla="*/ 1433822 h 1649722"/>
                <a:gd name="connsiteX15" fmla="*/ 184045 w 6537941"/>
                <a:gd name="connsiteY15" fmla="*/ 1145691 h 1649722"/>
                <a:gd name="connsiteX16" fmla="*/ 113948 w 6537941"/>
                <a:gd name="connsiteY16" fmla="*/ 1051575 h 1649722"/>
                <a:gd name="connsiteX17" fmla="*/ 201509 w 6537941"/>
                <a:gd name="connsiteY17" fmla="*/ 1045679 h 1649722"/>
                <a:gd name="connsiteX18" fmla="*/ 337240 w 6537941"/>
                <a:gd name="connsiteY18" fmla="*/ 1086161 h 1649722"/>
                <a:gd name="connsiteX19" fmla="*/ 480115 w 6537941"/>
                <a:gd name="connsiteY19" fmla="*/ 1198079 h 1649722"/>
                <a:gd name="connsiteX20" fmla="*/ 589653 w 6537941"/>
                <a:gd name="connsiteY20" fmla="*/ 1288567 h 1649722"/>
                <a:gd name="connsiteX21" fmla="*/ 461065 w 6537941"/>
                <a:gd name="connsiteY21" fmla="*/ 1176648 h 1649722"/>
                <a:gd name="connsiteX22" fmla="*/ 368197 w 6537941"/>
                <a:gd name="connsiteY22" fmla="*/ 1098067 h 1649722"/>
                <a:gd name="connsiteX23" fmla="*/ 222940 w 6537941"/>
                <a:gd name="connsiteY23" fmla="*/ 1040917 h 1649722"/>
                <a:gd name="connsiteX24" fmla="*/ 83450 w 6537941"/>
                <a:gd name="connsiteY24" fmla="*/ 1019161 h 1649722"/>
                <a:gd name="connsiteX25" fmla="*/ 71941 w 6537941"/>
                <a:gd name="connsiteY25" fmla="*/ 1012718 h 1649722"/>
                <a:gd name="connsiteX26" fmla="*/ 2277 w 6537941"/>
                <a:gd name="connsiteY26" fmla="*/ 965509 h 1649722"/>
                <a:gd name="connsiteX27" fmla="*/ 150708 w 6537941"/>
                <a:gd name="connsiteY27" fmla="*/ 789297 h 1649722"/>
                <a:gd name="connsiteX28" fmla="*/ 385658 w 6537941"/>
                <a:gd name="connsiteY28" fmla="*/ 633722 h 1649722"/>
                <a:gd name="connsiteX29" fmla="*/ 1128608 w 6537941"/>
                <a:gd name="connsiteY29" fmla="*/ 367022 h 1649722"/>
                <a:gd name="connsiteX30" fmla="*/ 1947758 w 6537941"/>
                <a:gd name="connsiteY30" fmla="*/ 113022 h 1649722"/>
                <a:gd name="connsiteX31" fmla="*/ 2876744 w 6537941"/>
                <a:gd name="connsiteY31" fmla="*/ 1103 h 1649722"/>
                <a:gd name="connsiteX0" fmla="*/ 2876744 w 6537941"/>
                <a:gd name="connsiteY0" fmla="*/ 1103 h 1649722"/>
                <a:gd name="connsiteX1" fmla="*/ 3217758 w 6537941"/>
                <a:gd name="connsiteY1" fmla="*/ 11422 h 1649722"/>
                <a:gd name="connsiteX2" fmla="*/ 4671908 w 6537941"/>
                <a:gd name="connsiteY2" fmla="*/ 367022 h 1649722"/>
                <a:gd name="connsiteX3" fmla="*/ 5408508 w 6537941"/>
                <a:gd name="connsiteY3" fmla="*/ 557522 h 1649722"/>
                <a:gd name="connsiteX4" fmla="*/ 5929208 w 6537941"/>
                <a:gd name="connsiteY4" fmla="*/ 646422 h 1649722"/>
                <a:gd name="connsiteX5" fmla="*/ 6278458 w 6537941"/>
                <a:gd name="connsiteY5" fmla="*/ 551172 h 1649722"/>
                <a:gd name="connsiteX6" fmla="*/ 6519758 w 6537941"/>
                <a:gd name="connsiteY6" fmla="*/ 665472 h 1649722"/>
                <a:gd name="connsiteX7" fmla="*/ 6488008 w 6537941"/>
                <a:gd name="connsiteY7" fmla="*/ 1243322 h 1649722"/>
                <a:gd name="connsiteX8" fmla="*/ 6227658 w 6537941"/>
                <a:gd name="connsiteY8" fmla="*/ 1262372 h 1649722"/>
                <a:gd name="connsiteX9" fmla="*/ 5808558 w 6537941"/>
                <a:gd name="connsiteY9" fmla="*/ 1154422 h 1649722"/>
                <a:gd name="connsiteX10" fmla="*/ 5160858 w 6537941"/>
                <a:gd name="connsiteY10" fmla="*/ 1325872 h 1649722"/>
                <a:gd name="connsiteX11" fmla="*/ 4360758 w 6537941"/>
                <a:gd name="connsiteY11" fmla="*/ 1605272 h 1649722"/>
                <a:gd name="connsiteX12" fmla="*/ 3268558 w 6537941"/>
                <a:gd name="connsiteY12" fmla="*/ 1649722 h 1649722"/>
                <a:gd name="connsiteX13" fmla="*/ 1998558 w 6537941"/>
                <a:gd name="connsiteY13" fmla="*/ 1630672 h 1649722"/>
                <a:gd name="connsiteX14" fmla="*/ 830158 w 6537941"/>
                <a:gd name="connsiteY14" fmla="*/ 1433822 h 1649722"/>
                <a:gd name="connsiteX15" fmla="*/ 184045 w 6537941"/>
                <a:gd name="connsiteY15" fmla="*/ 1145691 h 1649722"/>
                <a:gd name="connsiteX16" fmla="*/ 113948 w 6537941"/>
                <a:gd name="connsiteY16" fmla="*/ 1051575 h 1649722"/>
                <a:gd name="connsiteX17" fmla="*/ 201509 w 6537941"/>
                <a:gd name="connsiteY17" fmla="*/ 1045679 h 1649722"/>
                <a:gd name="connsiteX18" fmla="*/ 337240 w 6537941"/>
                <a:gd name="connsiteY18" fmla="*/ 1086161 h 1649722"/>
                <a:gd name="connsiteX19" fmla="*/ 480115 w 6537941"/>
                <a:gd name="connsiteY19" fmla="*/ 1198079 h 1649722"/>
                <a:gd name="connsiteX20" fmla="*/ 589653 w 6537941"/>
                <a:gd name="connsiteY20" fmla="*/ 1288567 h 1649722"/>
                <a:gd name="connsiteX21" fmla="*/ 461065 w 6537941"/>
                <a:gd name="connsiteY21" fmla="*/ 1176648 h 1649722"/>
                <a:gd name="connsiteX22" fmla="*/ 368197 w 6537941"/>
                <a:gd name="connsiteY22" fmla="*/ 1098067 h 1649722"/>
                <a:gd name="connsiteX23" fmla="*/ 222940 w 6537941"/>
                <a:gd name="connsiteY23" fmla="*/ 1040917 h 1649722"/>
                <a:gd name="connsiteX24" fmla="*/ 83450 w 6537941"/>
                <a:gd name="connsiteY24" fmla="*/ 1019161 h 1649722"/>
                <a:gd name="connsiteX25" fmla="*/ 71941 w 6537941"/>
                <a:gd name="connsiteY25" fmla="*/ 1012718 h 1649722"/>
                <a:gd name="connsiteX26" fmla="*/ 2277 w 6537941"/>
                <a:gd name="connsiteY26" fmla="*/ 965509 h 1649722"/>
                <a:gd name="connsiteX27" fmla="*/ 150708 w 6537941"/>
                <a:gd name="connsiteY27" fmla="*/ 789297 h 1649722"/>
                <a:gd name="connsiteX28" fmla="*/ 572983 w 6537941"/>
                <a:gd name="connsiteY28" fmla="*/ 573397 h 1649722"/>
                <a:gd name="connsiteX29" fmla="*/ 1128608 w 6537941"/>
                <a:gd name="connsiteY29" fmla="*/ 367022 h 1649722"/>
                <a:gd name="connsiteX30" fmla="*/ 1947758 w 6537941"/>
                <a:gd name="connsiteY30" fmla="*/ 113022 h 1649722"/>
                <a:gd name="connsiteX31" fmla="*/ 2876744 w 6537941"/>
                <a:gd name="connsiteY31" fmla="*/ 1103 h 164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37941" h="1649722">
                  <a:moveTo>
                    <a:pt x="2876744" y="1103"/>
                  </a:moveTo>
                  <a:cubicBezTo>
                    <a:pt x="2989886" y="-1807"/>
                    <a:pt x="3104252" y="839"/>
                    <a:pt x="3217758" y="11422"/>
                  </a:cubicBezTo>
                  <a:cubicBezTo>
                    <a:pt x="3671783" y="53755"/>
                    <a:pt x="4306783" y="276005"/>
                    <a:pt x="4671908" y="367022"/>
                  </a:cubicBezTo>
                  <a:cubicBezTo>
                    <a:pt x="5037033" y="458039"/>
                    <a:pt x="5198958" y="510955"/>
                    <a:pt x="5408508" y="557522"/>
                  </a:cubicBezTo>
                  <a:cubicBezTo>
                    <a:pt x="5618058" y="604089"/>
                    <a:pt x="5784216" y="647480"/>
                    <a:pt x="5929208" y="646422"/>
                  </a:cubicBezTo>
                  <a:cubicBezTo>
                    <a:pt x="6074200" y="645364"/>
                    <a:pt x="6180033" y="547997"/>
                    <a:pt x="6278458" y="551172"/>
                  </a:cubicBezTo>
                  <a:cubicBezTo>
                    <a:pt x="6376883" y="554347"/>
                    <a:pt x="6484833" y="550114"/>
                    <a:pt x="6519758" y="665472"/>
                  </a:cubicBezTo>
                  <a:cubicBezTo>
                    <a:pt x="6554683" y="780830"/>
                    <a:pt x="6536691" y="1143839"/>
                    <a:pt x="6488008" y="1243322"/>
                  </a:cubicBezTo>
                  <a:cubicBezTo>
                    <a:pt x="6439325" y="1342805"/>
                    <a:pt x="6340900" y="1277189"/>
                    <a:pt x="6227658" y="1262372"/>
                  </a:cubicBezTo>
                  <a:cubicBezTo>
                    <a:pt x="6114416" y="1247555"/>
                    <a:pt x="5986358" y="1143839"/>
                    <a:pt x="5808558" y="1154422"/>
                  </a:cubicBezTo>
                  <a:cubicBezTo>
                    <a:pt x="5630758" y="1165005"/>
                    <a:pt x="5402158" y="1250730"/>
                    <a:pt x="5160858" y="1325872"/>
                  </a:cubicBezTo>
                  <a:cubicBezTo>
                    <a:pt x="4919558" y="1401014"/>
                    <a:pt x="4676141" y="1551297"/>
                    <a:pt x="4360758" y="1605272"/>
                  </a:cubicBezTo>
                  <a:cubicBezTo>
                    <a:pt x="4045375" y="1659247"/>
                    <a:pt x="3662258" y="1645489"/>
                    <a:pt x="3268558" y="1649722"/>
                  </a:cubicBezTo>
                  <a:lnTo>
                    <a:pt x="1998558" y="1630672"/>
                  </a:lnTo>
                  <a:cubicBezTo>
                    <a:pt x="1592158" y="1594689"/>
                    <a:pt x="1132577" y="1514652"/>
                    <a:pt x="830158" y="1433822"/>
                  </a:cubicBezTo>
                  <a:cubicBezTo>
                    <a:pt x="527739" y="1352992"/>
                    <a:pt x="305092" y="1212895"/>
                    <a:pt x="184045" y="1145691"/>
                  </a:cubicBezTo>
                  <a:cubicBezTo>
                    <a:pt x="93260" y="1095288"/>
                    <a:pt x="112980" y="1072343"/>
                    <a:pt x="113948" y="1051575"/>
                  </a:cubicBezTo>
                  <a:lnTo>
                    <a:pt x="201509" y="1045679"/>
                  </a:lnTo>
                  <a:cubicBezTo>
                    <a:pt x="239609" y="1054013"/>
                    <a:pt x="290806" y="1060761"/>
                    <a:pt x="337240" y="1086161"/>
                  </a:cubicBezTo>
                  <a:cubicBezTo>
                    <a:pt x="383674" y="1111561"/>
                    <a:pt x="480115" y="1198079"/>
                    <a:pt x="480115" y="1198079"/>
                  </a:cubicBezTo>
                  <a:cubicBezTo>
                    <a:pt x="522184" y="1231813"/>
                    <a:pt x="592828" y="1292139"/>
                    <a:pt x="589653" y="1288567"/>
                  </a:cubicBezTo>
                  <a:cubicBezTo>
                    <a:pt x="586478" y="1284995"/>
                    <a:pt x="497974" y="1208398"/>
                    <a:pt x="461065" y="1176648"/>
                  </a:cubicBezTo>
                  <a:cubicBezTo>
                    <a:pt x="424156" y="1144898"/>
                    <a:pt x="407884" y="1120689"/>
                    <a:pt x="368197" y="1098067"/>
                  </a:cubicBezTo>
                  <a:cubicBezTo>
                    <a:pt x="328510" y="1075445"/>
                    <a:pt x="270398" y="1054068"/>
                    <a:pt x="222940" y="1040917"/>
                  </a:cubicBezTo>
                  <a:cubicBezTo>
                    <a:pt x="175482" y="1027766"/>
                    <a:pt x="108616" y="1023861"/>
                    <a:pt x="83450" y="1019161"/>
                  </a:cubicBezTo>
                  <a:lnTo>
                    <a:pt x="71941" y="1012718"/>
                  </a:lnTo>
                  <a:cubicBezTo>
                    <a:pt x="35491" y="998226"/>
                    <a:pt x="-10851" y="1002746"/>
                    <a:pt x="2277" y="965509"/>
                  </a:cubicBezTo>
                  <a:cubicBezTo>
                    <a:pt x="15405" y="928272"/>
                    <a:pt x="55590" y="854649"/>
                    <a:pt x="150708" y="789297"/>
                  </a:cubicBezTo>
                  <a:cubicBezTo>
                    <a:pt x="245826" y="723945"/>
                    <a:pt x="410000" y="643776"/>
                    <a:pt x="572983" y="573397"/>
                  </a:cubicBezTo>
                  <a:cubicBezTo>
                    <a:pt x="735966" y="503018"/>
                    <a:pt x="868258" y="453805"/>
                    <a:pt x="1128608" y="367022"/>
                  </a:cubicBezTo>
                  <a:cubicBezTo>
                    <a:pt x="1388958" y="280239"/>
                    <a:pt x="1599566" y="172289"/>
                    <a:pt x="1947758" y="113022"/>
                  </a:cubicBezTo>
                  <a:cubicBezTo>
                    <a:pt x="2208902" y="68572"/>
                    <a:pt x="2537316" y="9835"/>
                    <a:pt x="2876744" y="1103"/>
                  </a:cubicBezTo>
                  <a:close/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69" name="Oval 968">
              <a:extLst>
                <a:ext uri="{FF2B5EF4-FFF2-40B4-BE49-F238E27FC236}">
                  <a16:creationId xmlns:a16="http://schemas.microsoft.com/office/drawing/2014/main" id="{34C288A8-A211-4E33-A01C-A74ABA30013C}"/>
                </a:ext>
              </a:extLst>
            </p:cNvPr>
            <p:cNvSpPr/>
            <p:nvPr/>
          </p:nvSpPr>
          <p:spPr>
            <a:xfrm>
              <a:off x="3644488" y="2084636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70" name="Oval 969">
              <a:extLst>
                <a:ext uri="{FF2B5EF4-FFF2-40B4-BE49-F238E27FC236}">
                  <a16:creationId xmlns:a16="http://schemas.microsoft.com/office/drawing/2014/main" id="{3B96014E-0E1B-4A5F-86D2-9B73505F5DFA}"/>
                </a:ext>
              </a:extLst>
            </p:cNvPr>
            <p:cNvSpPr/>
            <p:nvPr/>
          </p:nvSpPr>
          <p:spPr>
            <a:xfrm>
              <a:off x="4592467" y="2093059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71" name="Oval 970">
              <a:extLst>
                <a:ext uri="{FF2B5EF4-FFF2-40B4-BE49-F238E27FC236}">
                  <a16:creationId xmlns:a16="http://schemas.microsoft.com/office/drawing/2014/main" id="{0B4100F7-4285-425D-9C37-72424B594315}"/>
                </a:ext>
              </a:extLst>
            </p:cNvPr>
            <p:cNvSpPr/>
            <p:nvPr/>
          </p:nvSpPr>
          <p:spPr>
            <a:xfrm>
              <a:off x="4066732" y="2042518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72" name="Oval 971">
              <a:extLst>
                <a:ext uri="{FF2B5EF4-FFF2-40B4-BE49-F238E27FC236}">
                  <a16:creationId xmlns:a16="http://schemas.microsoft.com/office/drawing/2014/main" id="{3CC9A9B8-FC39-4860-ADB6-CABE9A80F81E}"/>
                </a:ext>
              </a:extLst>
            </p:cNvPr>
            <p:cNvSpPr/>
            <p:nvPr/>
          </p:nvSpPr>
          <p:spPr>
            <a:xfrm>
              <a:off x="5481189" y="2359859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73" name="Oval 972">
              <a:extLst>
                <a:ext uri="{FF2B5EF4-FFF2-40B4-BE49-F238E27FC236}">
                  <a16:creationId xmlns:a16="http://schemas.microsoft.com/office/drawing/2014/main" id="{90CA3C80-6069-4D3D-8272-B5949073CE05}"/>
                </a:ext>
              </a:extLst>
            </p:cNvPr>
            <p:cNvSpPr/>
            <p:nvPr/>
          </p:nvSpPr>
          <p:spPr>
            <a:xfrm>
              <a:off x="5435572" y="2105714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74" name="Oval 973">
              <a:extLst>
                <a:ext uri="{FF2B5EF4-FFF2-40B4-BE49-F238E27FC236}">
                  <a16:creationId xmlns:a16="http://schemas.microsoft.com/office/drawing/2014/main" id="{5D61F062-BBB1-46E8-9961-3C7A51BA5B19}"/>
                </a:ext>
              </a:extLst>
            </p:cNvPr>
            <p:cNvSpPr/>
            <p:nvPr/>
          </p:nvSpPr>
          <p:spPr>
            <a:xfrm>
              <a:off x="7933818" y="2484197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75" name="Oval 974">
              <a:extLst>
                <a:ext uri="{FF2B5EF4-FFF2-40B4-BE49-F238E27FC236}">
                  <a16:creationId xmlns:a16="http://schemas.microsoft.com/office/drawing/2014/main" id="{B203B35C-C0C0-46AB-8451-0561CBA2D446}"/>
                </a:ext>
              </a:extLst>
            </p:cNvPr>
            <p:cNvSpPr/>
            <p:nvPr/>
          </p:nvSpPr>
          <p:spPr>
            <a:xfrm>
              <a:off x="8154299" y="2406661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76" name="Oval 975">
              <a:extLst>
                <a:ext uri="{FF2B5EF4-FFF2-40B4-BE49-F238E27FC236}">
                  <a16:creationId xmlns:a16="http://schemas.microsoft.com/office/drawing/2014/main" id="{5DF63326-3A8A-45F4-A553-A07842734AF4}"/>
                </a:ext>
              </a:extLst>
            </p:cNvPr>
            <p:cNvSpPr/>
            <p:nvPr/>
          </p:nvSpPr>
          <p:spPr>
            <a:xfrm>
              <a:off x="5021617" y="2205348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77" name="Oval 976">
              <a:extLst>
                <a:ext uri="{FF2B5EF4-FFF2-40B4-BE49-F238E27FC236}">
                  <a16:creationId xmlns:a16="http://schemas.microsoft.com/office/drawing/2014/main" id="{07B0A278-5250-41EE-A31A-7976EBA09592}"/>
                </a:ext>
              </a:extLst>
            </p:cNvPr>
            <p:cNvSpPr/>
            <p:nvPr/>
          </p:nvSpPr>
          <p:spPr>
            <a:xfrm>
              <a:off x="2370425" y="2421714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78" name="Oval 977">
              <a:extLst>
                <a:ext uri="{FF2B5EF4-FFF2-40B4-BE49-F238E27FC236}">
                  <a16:creationId xmlns:a16="http://schemas.microsoft.com/office/drawing/2014/main" id="{A7C9BFDF-D9FD-4E06-AD22-0DC5B8967435}"/>
                </a:ext>
              </a:extLst>
            </p:cNvPr>
            <p:cNvSpPr/>
            <p:nvPr/>
          </p:nvSpPr>
          <p:spPr>
            <a:xfrm>
              <a:off x="2735393" y="2413505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79" name="Oval 978">
              <a:extLst>
                <a:ext uri="{FF2B5EF4-FFF2-40B4-BE49-F238E27FC236}">
                  <a16:creationId xmlns:a16="http://schemas.microsoft.com/office/drawing/2014/main" id="{B91DCD2D-6B4D-4D2A-BBB1-49BAB64D550E}"/>
                </a:ext>
              </a:extLst>
            </p:cNvPr>
            <p:cNvSpPr/>
            <p:nvPr/>
          </p:nvSpPr>
          <p:spPr>
            <a:xfrm>
              <a:off x="3304085" y="2205348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80" name="Oval 979">
              <a:extLst>
                <a:ext uri="{FF2B5EF4-FFF2-40B4-BE49-F238E27FC236}">
                  <a16:creationId xmlns:a16="http://schemas.microsoft.com/office/drawing/2014/main" id="{EE260981-A1AF-4C1D-9EFC-91FF6AE7F262}"/>
                </a:ext>
              </a:extLst>
            </p:cNvPr>
            <p:cNvSpPr/>
            <p:nvPr/>
          </p:nvSpPr>
          <p:spPr>
            <a:xfrm>
              <a:off x="6709745" y="2358580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81" name="Oval 980">
              <a:extLst>
                <a:ext uri="{FF2B5EF4-FFF2-40B4-BE49-F238E27FC236}">
                  <a16:creationId xmlns:a16="http://schemas.microsoft.com/office/drawing/2014/main" id="{6DF84A8F-CE8F-4912-A353-BB76BAE8E701}"/>
                </a:ext>
              </a:extLst>
            </p:cNvPr>
            <p:cNvSpPr/>
            <p:nvPr/>
          </p:nvSpPr>
          <p:spPr>
            <a:xfrm>
              <a:off x="6261450" y="2164795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82" name="Oval 981">
              <a:extLst>
                <a:ext uri="{FF2B5EF4-FFF2-40B4-BE49-F238E27FC236}">
                  <a16:creationId xmlns:a16="http://schemas.microsoft.com/office/drawing/2014/main" id="{E397422A-5CC5-4E08-BECA-86641A36A04C}"/>
                </a:ext>
              </a:extLst>
            </p:cNvPr>
            <p:cNvSpPr/>
            <p:nvPr/>
          </p:nvSpPr>
          <p:spPr>
            <a:xfrm>
              <a:off x="7173114" y="2533399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83" name="Oval 982">
              <a:extLst>
                <a:ext uri="{FF2B5EF4-FFF2-40B4-BE49-F238E27FC236}">
                  <a16:creationId xmlns:a16="http://schemas.microsoft.com/office/drawing/2014/main" id="{83B3EC55-CE8E-4CC9-B15D-E6638B0BC1A6}"/>
                </a:ext>
              </a:extLst>
            </p:cNvPr>
            <p:cNvSpPr/>
            <p:nvPr/>
          </p:nvSpPr>
          <p:spPr>
            <a:xfrm>
              <a:off x="5934912" y="2183552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84" name="Oval 983">
              <a:extLst>
                <a:ext uri="{FF2B5EF4-FFF2-40B4-BE49-F238E27FC236}">
                  <a16:creationId xmlns:a16="http://schemas.microsoft.com/office/drawing/2014/main" id="{FAFA2052-842F-4072-9516-29242411AC53}"/>
                </a:ext>
              </a:extLst>
            </p:cNvPr>
            <p:cNvSpPr/>
            <p:nvPr/>
          </p:nvSpPr>
          <p:spPr>
            <a:xfrm>
              <a:off x="4917992" y="1909369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85" name="Oval 984">
              <a:extLst>
                <a:ext uri="{FF2B5EF4-FFF2-40B4-BE49-F238E27FC236}">
                  <a16:creationId xmlns:a16="http://schemas.microsoft.com/office/drawing/2014/main" id="{3B67C80C-F423-4143-9E76-92553AABFB27}"/>
                </a:ext>
              </a:extLst>
            </p:cNvPr>
            <p:cNvSpPr/>
            <p:nvPr/>
          </p:nvSpPr>
          <p:spPr>
            <a:xfrm>
              <a:off x="3477890" y="2057909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86" name="Oval 985">
              <a:extLst>
                <a:ext uri="{FF2B5EF4-FFF2-40B4-BE49-F238E27FC236}">
                  <a16:creationId xmlns:a16="http://schemas.microsoft.com/office/drawing/2014/main" id="{2D9BC224-AF8C-4C71-A851-A1F4D7DD2955}"/>
                </a:ext>
              </a:extLst>
            </p:cNvPr>
            <p:cNvSpPr/>
            <p:nvPr/>
          </p:nvSpPr>
          <p:spPr>
            <a:xfrm>
              <a:off x="3852098" y="2208055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87" name="Oval 986">
              <a:extLst>
                <a:ext uri="{FF2B5EF4-FFF2-40B4-BE49-F238E27FC236}">
                  <a16:creationId xmlns:a16="http://schemas.microsoft.com/office/drawing/2014/main" id="{3FF78C37-FBBC-449F-AD76-13B4E7B8AF4A}"/>
                </a:ext>
              </a:extLst>
            </p:cNvPr>
            <p:cNvSpPr/>
            <p:nvPr/>
          </p:nvSpPr>
          <p:spPr>
            <a:xfrm>
              <a:off x="3907996" y="1937507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88" name="Oval 987">
              <a:extLst>
                <a:ext uri="{FF2B5EF4-FFF2-40B4-BE49-F238E27FC236}">
                  <a16:creationId xmlns:a16="http://schemas.microsoft.com/office/drawing/2014/main" id="{BC07F778-BA23-43F2-B781-8183496D5AB9}"/>
                </a:ext>
              </a:extLst>
            </p:cNvPr>
            <p:cNvSpPr/>
            <p:nvPr/>
          </p:nvSpPr>
          <p:spPr>
            <a:xfrm>
              <a:off x="4236934" y="2264878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89" name="Oval 988">
              <a:extLst>
                <a:ext uri="{FF2B5EF4-FFF2-40B4-BE49-F238E27FC236}">
                  <a16:creationId xmlns:a16="http://schemas.microsoft.com/office/drawing/2014/main" id="{3AD9D5AA-A89C-449A-9640-2AC034E4B0C6}"/>
                </a:ext>
              </a:extLst>
            </p:cNvPr>
            <p:cNvSpPr/>
            <p:nvPr/>
          </p:nvSpPr>
          <p:spPr>
            <a:xfrm>
              <a:off x="4253397" y="1895912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90" name="Oval 989">
              <a:extLst>
                <a:ext uri="{FF2B5EF4-FFF2-40B4-BE49-F238E27FC236}">
                  <a16:creationId xmlns:a16="http://schemas.microsoft.com/office/drawing/2014/main" id="{423F9FCD-3472-430B-8A7F-F209B4219465}"/>
                </a:ext>
              </a:extLst>
            </p:cNvPr>
            <p:cNvSpPr/>
            <p:nvPr/>
          </p:nvSpPr>
          <p:spPr>
            <a:xfrm>
              <a:off x="4470028" y="2114340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91" name="Oval 990">
              <a:extLst>
                <a:ext uri="{FF2B5EF4-FFF2-40B4-BE49-F238E27FC236}">
                  <a16:creationId xmlns:a16="http://schemas.microsoft.com/office/drawing/2014/main" id="{4DAA37E5-45DA-4BFB-871C-1703BB02CF7D}"/>
                </a:ext>
              </a:extLst>
            </p:cNvPr>
            <p:cNvSpPr/>
            <p:nvPr/>
          </p:nvSpPr>
          <p:spPr>
            <a:xfrm>
              <a:off x="4752870" y="184551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F78488E4-57EF-4153-B10D-4A610A0E2A33}"/>
                </a:ext>
              </a:extLst>
            </p:cNvPr>
            <p:cNvSpPr/>
            <p:nvPr/>
          </p:nvSpPr>
          <p:spPr>
            <a:xfrm>
              <a:off x="3146574" y="2172142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93" name="Oval 992">
              <a:extLst>
                <a:ext uri="{FF2B5EF4-FFF2-40B4-BE49-F238E27FC236}">
                  <a16:creationId xmlns:a16="http://schemas.microsoft.com/office/drawing/2014/main" id="{6882EDA5-21E4-4E0A-BAD0-FB68ADC03F3B}"/>
                </a:ext>
              </a:extLst>
            </p:cNvPr>
            <p:cNvSpPr/>
            <p:nvPr/>
          </p:nvSpPr>
          <p:spPr>
            <a:xfrm>
              <a:off x="3782690" y="2362709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94" name="Oval 993">
              <a:extLst>
                <a:ext uri="{FF2B5EF4-FFF2-40B4-BE49-F238E27FC236}">
                  <a16:creationId xmlns:a16="http://schemas.microsoft.com/office/drawing/2014/main" id="{855FAFE2-11C0-4155-A9AE-70F486C86711}"/>
                </a:ext>
              </a:extLst>
            </p:cNvPr>
            <p:cNvSpPr/>
            <p:nvPr/>
          </p:nvSpPr>
          <p:spPr>
            <a:xfrm>
              <a:off x="2607918" y="2319065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95" name="Oval 994">
              <a:extLst>
                <a:ext uri="{FF2B5EF4-FFF2-40B4-BE49-F238E27FC236}">
                  <a16:creationId xmlns:a16="http://schemas.microsoft.com/office/drawing/2014/main" id="{F6213081-B6D1-48B2-9999-E079FC41C7FC}"/>
                </a:ext>
              </a:extLst>
            </p:cNvPr>
            <p:cNvSpPr/>
            <p:nvPr/>
          </p:nvSpPr>
          <p:spPr>
            <a:xfrm>
              <a:off x="2103197" y="2548327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96" name="Oval 995">
              <a:extLst>
                <a:ext uri="{FF2B5EF4-FFF2-40B4-BE49-F238E27FC236}">
                  <a16:creationId xmlns:a16="http://schemas.microsoft.com/office/drawing/2014/main" id="{2DCA068A-1548-4CF5-8BB3-3F399E3BAC65}"/>
                </a:ext>
              </a:extLst>
            </p:cNvPr>
            <p:cNvSpPr/>
            <p:nvPr/>
          </p:nvSpPr>
          <p:spPr>
            <a:xfrm>
              <a:off x="4482517" y="1900406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97" name="Oval 996">
              <a:extLst>
                <a:ext uri="{FF2B5EF4-FFF2-40B4-BE49-F238E27FC236}">
                  <a16:creationId xmlns:a16="http://schemas.microsoft.com/office/drawing/2014/main" id="{F1DEC1FB-962E-4AA6-8398-F273BFDA18AB}"/>
                </a:ext>
              </a:extLst>
            </p:cNvPr>
            <p:cNvSpPr/>
            <p:nvPr/>
          </p:nvSpPr>
          <p:spPr>
            <a:xfrm>
              <a:off x="4829092" y="2225413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98" name="Oval 997">
              <a:extLst>
                <a:ext uri="{FF2B5EF4-FFF2-40B4-BE49-F238E27FC236}">
                  <a16:creationId xmlns:a16="http://schemas.microsoft.com/office/drawing/2014/main" id="{6F454DD5-204F-4465-A5EB-8F95733F00E3}"/>
                </a:ext>
              </a:extLst>
            </p:cNvPr>
            <p:cNvSpPr/>
            <p:nvPr/>
          </p:nvSpPr>
          <p:spPr>
            <a:xfrm>
              <a:off x="5234336" y="1992849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99" name="Oval 998">
              <a:extLst>
                <a:ext uri="{FF2B5EF4-FFF2-40B4-BE49-F238E27FC236}">
                  <a16:creationId xmlns:a16="http://schemas.microsoft.com/office/drawing/2014/main" id="{0F5F10E4-CEEE-4D3A-BC7E-DF8C593F4FBE}"/>
                </a:ext>
              </a:extLst>
            </p:cNvPr>
            <p:cNvSpPr/>
            <p:nvPr/>
          </p:nvSpPr>
          <p:spPr>
            <a:xfrm>
              <a:off x="5737071" y="2378959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00" name="Oval 999">
              <a:extLst>
                <a:ext uri="{FF2B5EF4-FFF2-40B4-BE49-F238E27FC236}">
                  <a16:creationId xmlns:a16="http://schemas.microsoft.com/office/drawing/2014/main" id="{12AE2C25-F381-4ED5-BC6B-E7DF43BDCEEF}"/>
                </a:ext>
              </a:extLst>
            </p:cNvPr>
            <p:cNvSpPr/>
            <p:nvPr/>
          </p:nvSpPr>
          <p:spPr>
            <a:xfrm>
              <a:off x="5556905" y="2218877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01" name="Oval 1000">
              <a:extLst>
                <a:ext uri="{FF2B5EF4-FFF2-40B4-BE49-F238E27FC236}">
                  <a16:creationId xmlns:a16="http://schemas.microsoft.com/office/drawing/2014/main" id="{32953FBE-EAF9-48F8-A8C3-2859056F27FB}"/>
                </a:ext>
              </a:extLst>
            </p:cNvPr>
            <p:cNvSpPr/>
            <p:nvPr/>
          </p:nvSpPr>
          <p:spPr>
            <a:xfrm>
              <a:off x="5827400" y="2117666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02" name="Oval 1001">
              <a:extLst>
                <a:ext uri="{FF2B5EF4-FFF2-40B4-BE49-F238E27FC236}">
                  <a16:creationId xmlns:a16="http://schemas.microsoft.com/office/drawing/2014/main" id="{51E07954-B8ED-450E-8473-6DC185CF2DE0}"/>
                </a:ext>
              </a:extLst>
            </p:cNvPr>
            <p:cNvSpPr/>
            <p:nvPr/>
          </p:nvSpPr>
          <p:spPr>
            <a:xfrm>
              <a:off x="6379232" y="237245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03" name="Oval 1002">
              <a:extLst>
                <a:ext uri="{FF2B5EF4-FFF2-40B4-BE49-F238E27FC236}">
                  <a16:creationId xmlns:a16="http://schemas.microsoft.com/office/drawing/2014/main" id="{ADFC4CA8-766F-412E-AAAB-19CB8BB7BAFB}"/>
                </a:ext>
              </a:extLst>
            </p:cNvPr>
            <p:cNvSpPr/>
            <p:nvPr/>
          </p:nvSpPr>
          <p:spPr>
            <a:xfrm>
              <a:off x="5996643" y="242171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04" name="Oval 1003">
              <a:extLst>
                <a:ext uri="{FF2B5EF4-FFF2-40B4-BE49-F238E27FC236}">
                  <a16:creationId xmlns:a16="http://schemas.microsoft.com/office/drawing/2014/main" id="{F9DD4C1A-9727-4249-ABB9-BD971EA4F758}"/>
                </a:ext>
              </a:extLst>
            </p:cNvPr>
            <p:cNvSpPr/>
            <p:nvPr/>
          </p:nvSpPr>
          <p:spPr>
            <a:xfrm>
              <a:off x="5495604" y="1938618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05" name="Oval 1004">
              <a:extLst>
                <a:ext uri="{FF2B5EF4-FFF2-40B4-BE49-F238E27FC236}">
                  <a16:creationId xmlns:a16="http://schemas.microsoft.com/office/drawing/2014/main" id="{9816174D-77F3-4968-BDDF-6B2D324D9036}"/>
                </a:ext>
              </a:extLst>
            </p:cNvPr>
            <p:cNvSpPr/>
            <p:nvPr/>
          </p:nvSpPr>
          <p:spPr>
            <a:xfrm>
              <a:off x="5057670" y="215031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06" name="Oval 1005">
              <a:extLst>
                <a:ext uri="{FF2B5EF4-FFF2-40B4-BE49-F238E27FC236}">
                  <a16:creationId xmlns:a16="http://schemas.microsoft.com/office/drawing/2014/main" id="{F1F581FC-DBAA-4A30-B610-7A8BFE0BE5C2}"/>
                </a:ext>
              </a:extLst>
            </p:cNvPr>
            <p:cNvSpPr/>
            <p:nvPr/>
          </p:nvSpPr>
          <p:spPr>
            <a:xfrm>
              <a:off x="5296502" y="2232130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07" name="Oval 1006">
              <a:extLst>
                <a:ext uri="{FF2B5EF4-FFF2-40B4-BE49-F238E27FC236}">
                  <a16:creationId xmlns:a16="http://schemas.microsoft.com/office/drawing/2014/main" id="{78E6DDAE-F1F5-479C-B276-99E5B01B9FAE}"/>
                </a:ext>
              </a:extLst>
            </p:cNvPr>
            <p:cNvSpPr/>
            <p:nvPr/>
          </p:nvSpPr>
          <p:spPr>
            <a:xfrm>
              <a:off x="6889160" y="2302861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08" name="Oval 1007">
              <a:extLst>
                <a:ext uri="{FF2B5EF4-FFF2-40B4-BE49-F238E27FC236}">
                  <a16:creationId xmlns:a16="http://schemas.microsoft.com/office/drawing/2014/main" id="{1B497D77-1068-4016-BE89-400E7C8752DD}"/>
                </a:ext>
              </a:extLst>
            </p:cNvPr>
            <p:cNvSpPr/>
            <p:nvPr/>
          </p:nvSpPr>
          <p:spPr>
            <a:xfrm>
              <a:off x="7077162" y="2367735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09" name="Oval 1008">
              <a:extLst>
                <a:ext uri="{FF2B5EF4-FFF2-40B4-BE49-F238E27FC236}">
                  <a16:creationId xmlns:a16="http://schemas.microsoft.com/office/drawing/2014/main" id="{D3647856-6202-4FF1-88EE-6CDACDAB9969}"/>
                </a:ext>
              </a:extLst>
            </p:cNvPr>
            <p:cNvSpPr/>
            <p:nvPr/>
          </p:nvSpPr>
          <p:spPr>
            <a:xfrm>
              <a:off x="6540872" y="223395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10" name="Oval 1009">
              <a:extLst>
                <a:ext uri="{FF2B5EF4-FFF2-40B4-BE49-F238E27FC236}">
                  <a16:creationId xmlns:a16="http://schemas.microsoft.com/office/drawing/2014/main" id="{6A892A65-3BCA-4CA9-ABC7-D22C20627B5D}"/>
                </a:ext>
              </a:extLst>
            </p:cNvPr>
            <p:cNvSpPr/>
            <p:nvPr/>
          </p:nvSpPr>
          <p:spPr>
            <a:xfrm>
              <a:off x="8256580" y="2582857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11" name="Oval 1010">
              <a:extLst>
                <a:ext uri="{FF2B5EF4-FFF2-40B4-BE49-F238E27FC236}">
                  <a16:creationId xmlns:a16="http://schemas.microsoft.com/office/drawing/2014/main" id="{E887184D-DAEB-476E-AB1A-A0B330FC05BD}"/>
                </a:ext>
              </a:extLst>
            </p:cNvPr>
            <p:cNvSpPr/>
            <p:nvPr/>
          </p:nvSpPr>
          <p:spPr>
            <a:xfrm>
              <a:off x="7596794" y="2521233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12" name="Oval 1011">
              <a:extLst>
                <a:ext uri="{FF2B5EF4-FFF2-40B4-BE49-F238E27FC236}">
                  <a16:creationId xmlns:a16="http://schemas.microsoft.com/office/drawing/2014/main" id="{2DEEEB15-95CD-46AC-A3A2-DB364AC589E3}"/>
                </a:ext>
              </a:extLst>
            </p:cNvPr>
            <p:cNvSpPr/>
            <p:nvPr/>
          </p:nvSpPr>
          <p:spPr>
            <a:xfrm>
              <a:off x="7497782" y="2433146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13" name="Oval 1012">
              <a:extLst>
                <a:ext uri="{FF2B5EF4-FFF2-40B4-BE49-F238E27FC236}">
                  <a16:creationId xmlns:a16="http://schemas.microsoft.com/office/drawing/2014/main" id="{A5CF98A3-5D08-44D1-A3E7-57060AC1FA5D}"/>
                </a:ext>
              </a:extLst>
            </p:cNvPr>
            <p:cNvSpPr/>
            <p:nvPr/>
          </p:nvSpPr>
          <p:spPr>
            <a:xfrm>
              <a:off x="7813597" y="2471172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F6D4E68B-BC7F-4BD6-BF56-CEE132A7541C}"/>
                </a:ext>
              </a:extLst>
            </p:cNvPr>
            <p:cNvSpPr/>
            <p:nvPr/>
          </p:nvSpPr>
          <p:spPr>
            <a:xfrm>
              <a:off x="5327870" y="3349620"/>
              <a:ext cx="576773" cy="658281"/>
            </a:xfrm>
            <a:custGeom>
              <a:avLst/>
              <a:gdLst>
                <a:gd name="connsiteX0" fmla="*/ 0 w 576773"/>
                <a:gd name="connsiteY0" fmla="*/ 50800 h 658281"/>
                <a:gd name="connsiteX1" fmla="*/ 247650 w 576773"/>
                <a:gd name="connsiteY1" fmla="*/ 654050 h 658281"/>
                <a:gd name="connsiteX2" fmla="*/ 527050 w 576773"/>
                <a:gd name="connsiteY2" fmla="*/ 311150 h 658281"/>
                <a:gd name="connsiteX3" fmla="*/ 539750 w 576773"/>
                <a:gd name="connsiteY3" fmla="*/ 152400 h 658281"/>
                <a:gd name="connsiteX4" fmla="*/ 146050 w 576773"/>
                <a:gd name="connsiteY4" fmla="*/ 0 h 65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773" h="658281">
                  <a:moveTo>
                    <a:pt x="0" y="50800"/>
                  </a:moveTo>
                  <a:cubicBezTo>
                    <a:pt x="79904" y="330729"/>
                    <a:pt x="159808" y="610658"/>
                    <a:pt x="247650" y="654050"/>
                  </a:cubicBezTo>
                  <a:cubicBezTo>
                    <a:pt x="335492" y="697442"/>
                    <a:pt x="478367" y="394758"/>
                    <a:pt x="527050" y="311150"/>
                  </a:cubicBezTo>
                  <a:cubicBezTo>
                    <a:pt x="575733" y="227542"/>
                    <a:pt x="603250" y="204258"/>
                    <a:pt x="539750" y="152400"/>
                  </a:cubicBezTo>
                  <a:cubicBezTo>
                    <a:pt x="476250" y="100542"/>
                    <a:pt x="311150" y="50271"/>
                    <a:pt x="146050" y="0"/>
                  </a:cubicBezTo>
                </a:path>
              </a:pathLst>
            </a:custGeom>
            <a:gradFill>
              <a:gsLst>
                <a:gs pos="27000">
                  <a:srgbClr val="8F8B4E"/>
                </a:gs>
                <a:gs pos="75000">
                  <a:srgbClr val="EFD89F"/>
                </a:gs>
              </a:gsLst>
              <a:lin ang="300000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017" name="Freeform: Shape 1016">
            <a:extLst>
              <a:ext uri="{FF2B5EF4-FFF2-40B4-BE49-F238E27FC236}">
                <a16:creationId xmlns:a16="http://schemas.microsoft.com/office/drawing/2014/main" id="{652CC3EF-5A8A-4F1E-80D8-91D18F049E35}"/>
              </a:ext>
            </a:extLst>
          </p:cNvPr>
          <p:cNvSpPr/>
          <p:nvPr/>
        </p:nvSpPr>
        <p:spPr>
          <a:xfrm>
            <a:off x="401740" y="2420937"/>
            <a:ext cx="438151" cy="535782"/>
          </a:xfrm>
          <a:custGeom>
            <a:avLst/>
            <a:gdLst>
              <a:gd name="connsiteX0" fmla="*/ 0 w 381000"/>
              <a:gd name="connsiteY0" fmla="*/ 481013 h 481013"/>
              <a:gd name="connsiteX1" fmla="*/ 59531 w 381000"/>
              <a:gd name="connsiteY1" fmla="*/ 314325 h 481013"/>
              <a:gd name="connsiteX2" fmla="*/ 214312 w 381000"/>
              <a:gd name="connsiteY2" fmla="*/ 130969 h 481013"/>
              <a:gd name="connsiteX3" fmla="*/ 381000 w 381000"/>
              <a:gd name="connsiteY3" fmla="*/ 0 h 481013"/>
              <a:gd name="connsiteX0" fmla="*/ 0 w 354807"/>
              <a:gd name="connsiteY0" fmla="*/ 481013 h 481013"/>
              <a:gd name="connsiteX1" fmla="*/ 33338 w 354807"/>
              <a:gd name="connsiteY1" fmla="*/ 314325 h 481013"/>
              <a:gd name="connsiteX2" fmla="*/ 188119 w 354807"/>
              <a:gd name="connsiteY2" fmla="*/ 130969 h 481013"/>
              <a:gd name="connsiteX3" fmla="*/ 354807 w 354807"/>
              <a:gd name="connsiteY3" fmla="*/ 0 h 481013"/>
              <a:gd name="connsiteX0" fmla="*/ 0 w 354807"/>
              <a:gd name="connsiteY0" fmla="*/ 481013 h 481013"/>
              <a:gd name="connsiteX1" fmla="*/ 66676 w 354807"/>
              <a:gd name="connsiteY1" fmla="*/ 276225 h 481013"/>
              <a:gd name="connsiteX2" fmla="*/ 188119 w 354807"/>
              <a:gd name="connsiteY2" fmla="*/ 130969 h 481013"/>
              <a:gd name="connsiteX3" fmla="*/ 354807 w 354807"/>
              <a:gd name="connsiteY3" fmla="*/ 0 h 481013"/>
              <a:gd name="connsiteX0" fmla="*/ 0 w 354807"/>
              <a:gd name="connsiteY0" fmla="*/ 481013 h 481013"/>
              <a:gd name="connsiteX1" fmla="*/ 66676 w 354807"/>
              <a:gd name="connsiteY1" fmla="*/ 276225 h 481013"/>
              <a:gd name="connsiteX2" fmla="*/ 188119 w 354807"/>
              <a:gd name="connsiteY2" fmla="*/ 119062 h 481013"/>
              <a:gd name="connsiteX3" fmla="*/ 354807 w 354807"/>
              <a:gd name="connsiteY3" fmla="*/ 0 h 481013"/>
              <a:gd name="connsiteX0" fmla="*/ 0 w 438151"/>
              <a:gd name="connsiteY0" fmla="*/ 535782 h 535782"/>
              <a:gd name="connsiteX1" fmla="*/ 66676 w 438151"/>
              <a:gd name="connsiteY1" fmla="*/ 330994 h 535782"/>
              <a:gd name="connsiteX2" fmla="*/ 188119 w 438151"/>
              <a:gd name="connsiteY2" fmla="*/ 173831 h 535782"/>
              <a:gd name="connsiteX3" fmla="*/ 438151 w 438151"/>
              <a:gd name="connsiteY3" fmla="*/ 0 h 535782"/>
              <a:gd name="connsiteX0" fmla="*/ 0 w 438151"/>
              <a:gd name="connsiteY0" fmla="*/ 535782 h 535782"/>
              <a:gd name="connsiteX1" fmla="*/ 66676 w 438151"/>
              <a:gd name="connsiteY1" fmla="*/ 330994 h 535782"/>
              <a:gd name="connsiteX2" fmla="*/ 188119 w 438151"/>
              <a:gd name="connsiteY2" fmla="*/ 173831 h 535782"/>
              <a:gd name="connsiteX3" fmla="*/ 283369 w 438151"/>
              <a:gd name="connsiteY3" fmla="*/ 92869 h 535782"/>
              <a:gd name="connsiteX4" fmla="*/ 438151 w 438151"/>
              <a:gd name="connsiteY4" fmla="*/ 0 h 535782"/>
              <a:gd name="connsiteX0" fmla="*/ 0 w 438151"/>
              <a:gd name="connsiteY0" fmla="*/ 535782 h 535782"/>
              <a:gd name="connsiteX1" fmla="*/ 66676 w 438151"/>
              <a:gd name="connsiteY1" fmla="*/ 330994 h 535782"/>
              <a:gd name="connsiteX2" fmla="*/ 154782 w 438151"/>
              <a:gd name="connsiteY2" fmla="*/ 195262 h 535782"/>
              <a:gd name="connsiteX3" fmla="*/ 283369 w 438151"/>
              <a:gd name="connsiteY3" fmla="*/ 92869 h 535782"/>
              <a:gd name="connsiteX4" fmla="*/ 438151 w 438151"/>
              <a:gd name="connsiteY4" fmla="*/ 0 h 5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8151" h="535782">
                <a:moveTo>
                  <a:pt x="0" y="535782"/>
                </a:moveTo>
                <a:cubicBezTo>
                  <a:pt x="11906" y="481608"/>
                  <a:pt x="40879" y="387747"/>
                  <a:pt x="66676" y="330994"/>
                </a:cubicBezTo>
                <a:cubicBezTo>
                  <a:pt x="92473" y="274241"/>
                  <a:pt x="118270" y="234949"/>
                  <a:pt x="154782" y="195262"/>
                </a:cubicBezTo>
                <a:cubicBezTo>
                  <a:pt x="191294" y="155575"/>
                  <a:pt x="241697" y="121841"/>
                  <a:pt x="283369" y="92869"/>
                </a:cubicBezTo>
                <a:cubicBezTo>
                  <a:pt x="325041" y="63897"/>
                  <a:pt x="412751" y="15478"/>
                  <a:pt x="438151" y="0"/>
                </a:cubicBezTo>
              </a:path>
            </a:pathLst>
          </a:custGeom>
          <a:noFill/>
          <a:ln w="101600">
            <a:solidFill>
              <a:srgbClr val="721F81"/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18" name="Freeform: Shape 1017">
            <a:extLst>
              <a:ext uri="{FF2B5EF4-FFF2-40B4-BE49-F238E27FC236}">
                <a16:creationId xmlns:a16="http://schemas.microsoft.com/office/drawing/2014/main" id="{07699D4A-FC58-4058-8213-DF6B938678AC}"/>
              </a:ext>
            </a:extLst>
          </p:cNvPr>
          <p:cNvSpPr/>
          <p:nvPr/>
        </p:nvSpPr>
        <p:spPr>
          <a:xfrm>
            <a:off x="1887641" y="2480469"/>
            <a:ext cx="435768" cy="1126331"/>
          </a:xfrm>
          <a:custGeom>
            <a:avLst/>
            <a:gdLst>
              <a:gd name="connsiteX0" fmla="*/ 0 w 435768"/>
              <a:gd name="connsiteY0" fmla="*/ 0 h 1126331"/>
              <a:gd name="connsiteX1" fmla="*/ 109537 w 435768"/>
              <a:gd name="connsiteY1" fmla="*/ 97631 h 1126331"/>
              <a:gd name="connsiteX2" fmla="*/ 221456 w 435768"/>
              <a:gd name="connsiteY2" fmla="*/ 230981 h 1126331"/>
              <a:gd name="connsiteX3" fmla="*/ 290512 w 435768"/>
              <a:gd name="connsiteY3" fmla="*/ 381000 h 1126331"/>
              <a:gd name="connsiteX4" fmla="*/ 335756 w 435768"/>
              <a:gd name="connsiteY4" fmla="*/ 576262 h 1126331"/>
              <a:gd name="connsiteX5" fmla="*/ 366712 w 435768"/>
              <a:gd name="connsiteY5" fmla="*/ 835819 h 1126331"/>
              <a:gd name="connsiteX6" fmla="*/ 395287 w 435768"/>
              <a:gd name="connsiteY6" fmla="*/ 1009650 h 1126331"/>
              <a:gd name="connsiteX7" fmla="*/ 435768 w 435768"/>
              <a:gd name="connsiteY7" fmla="*/ 1126331 h 112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5768" h="1126331">
                <a:moveTo>
                  <a:pt x="0" y="0"/>
                </a:moveTo>
                <a:cubicBezTo>
                  <a:pt x="36314" y="29567"/>
                  <a:pt x="72628" y="59134"/>
                  <a:pt x="109537" y="97631"/>
                </a:cubicBezTo>
                <a:cubicBezTo>
                  <a:pt x="146446" y="136128"/>
                  <a:pt x="191294" y="183753"/>
                  <a:pt x="221456" y="230981"/>
                </a:cubicBezTo>
                <a:cubicBezTo>
                  <a:pt x="251618" y="278209"/>
                  <a:pt x="271462" y="323453"/>
                  <a:pt x="290512" y="381000"/>
                </a:cubicBezTo>
                <a:cubicBezTo>
                  <a:pt x="309562" y="438547"/>
                  <a:pt x="323056" y="500459"/>
                  <a:pt x="335756" y="576262"/>
                </a:cubicBezTo>
                <a:cubicBezTo>
                  <a:pt x="348456" y="652065"/>
                  <a:pt x="356790" y="763588"/>
                  <a:pt x="366712" y="835819"/>
                </a:cubicBezTo>
                <a:cubicBezTo>
                  <a:pt x="376634" y="908050"/>
                  <a:pt x="383778" y="961231"/>
                  <a:pt x="395287" y="1009650"/>
                </a:cubicBezTo>
                <a:cubicBezTo>
                  <a:pt x="406796" y="1058069"/>
                  <a:pt x="421282" y="1092200"/>
                  <a:pt x="435768" y="1126331"/>
                </a:cubicBezTo>
              </a:path>
            </a:pathLst>
          </a:custGeom>
          <a:noFill/>
          <a:ln w="101600">
            <a:solidFill>
              <a:srgbClr val="B63679"/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19" name="Freeform: Shape 1018">
            <a:extLst>
              <a:ext uri="{FF2B5EF4-FFF2-40B4-BE49-F238E27FC236}">
                <a16:creationId xmlns:a16="http://schemas.microsoft.com/office/drawing/2014/main" id="{1AA4AA8B-E5C3-4D92-A863-C3957FAB3C23}"/>
              </a:ext>
            </a:extLst>
          </p:cNvPr>
          <p:cNvSpPr/>
          <p:nvPr/>
        </p:nvSpPr>
        <p:spPr>
          <a:xfrm>
            <a:off x="2851253" y="2587625"/>
            <a:ext cx="1473200" cy="1564328"/>
          </a:xfrm>
          <a:custGeom>
            <a:avLst/>
            <a:gdLst>
              <a:gd name="connsiteX0" fmla="*/ 0 w 1473200"/>
              <a:gd name="connsiteY0" fmla="*/ 1495425 h 1564328"/>
              <a:gd name="connsiteX1" fmla="*/ 88900 w 1473200"/>
              <a:gd name="connsiteY1" fmla="*/ 1524000 h 1564328"/>
              <a:gd name="connsiteX2" fmla="*/ 285750 w 1473200"/>
              <a:gd name="connsiteY2" fmla="*/ 1558925 h 1564328"/>
              <a:gd name="connsiteX3" fmla="*/ 438150 w 1473200"/>
              <a:gd name="connsiteY3" fmla="*/ 1558925 h 1564328"/>
              <a:gd name="connsiteX4" fmla="*/ 622300 w 1473200"/>
              <a:gd name="connsiteY4" fmla="*/ 1508125 h 1564328"/>
              <a:gd name="connsiteX5" fmla="*/ 784225 w 1473200"/>
              <a:gd name="connsiteY5" fmla="*/ 1422400 h 1564328"/>
              <a:gd name="connsiteX6" fmla="*/ 936625 w 1473200"/>
              <a:gd name="connsiteY6" fmla="*/ 1273175 h 1564328"/>
              <a:gd name="connsiteX7" fmla="*/ 1085850 w 1473200"/>
              <a:gd name="connsiteY7" fmla="*/ 1069975 h 1564328"/>
              <a:gd name="connsiteX8" fmla="*/ 1181100 w 1473200"/>
              <a:gd name="connsiteY8" fmla="*/ 857250 h 1564328"/>
              <a:gd name="connsiteX9" fmla="*/ 1231900 w 1473200"/>
              <a:gd name="connsiteY9" fmla="*/ 596900 h 1564328"/>
              <a:gd name="connsiteX10" fmla="*/ 1241425 w 1473200"/>
              <a:gd name="connsiteY10" fmla="*/ 447675 h 1564328"/>
              <a:gd name="connsiteX11" fmla="*/ 1276350 w 1473200"/>
              <a:gd name="connsiteY11" fmla="*/ 285750 h 1564328"/>
              <a:gd name="connsiteX12" fmla="*/ 1365250 w 1473200"/>
              <a:gd name="connsiteY12" fmla="*/ 117475 h 1564328"/>
              <a:gd name="connsiteX13" fmla="*/ 1473200 w 1473200"/>
              <a:gd name="connsiteY13" fmla="*/ 0 h 156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73200" h="1564328">
                <a:moveTo>
                  <a:pt x="0" y="1495425"/>
                </a:moveTo>
                <a:cubicBezTo>
                  <a:pt x="20637" y="1504421"/>
                  <a:pt x="41275" y="1513417"/>
                  <a:pt x="88900" y="1524000"/>
                </a:cubicBezTo>
                <a:cubicBezTo>
                  <a:pt x="136525" y="1534583"/>
                  <a:pt x="227542" y="1553104"/>
                  <a:pt x="285750" y="1558925"/>
                </a:cubicBezTo>
                <a:cubicBezTo>
                  <a:pt x="343958" y="1564746"/>
                  <a:pt x="382058" y="1567392"/>
                  <a:pt x="438150" y="1558925"/>
                </a:cubicBezTo>
                <a:cubicBezTo>
                  <a:pt x="494242" y="1550458"/>
                  <a:pt x="564621" y="1530879"/>
                  <a:pt x="622300" y="1508125"/>
                </a:cubicBezTo>
                <a:cubicBezTo>
                  <a:pt x="679979" y="1485371"/>
                  <a:pt x="731838" y="1461558"/>
                  <a:pt x="784225" y="1422400"/>
                </a:cubicBezTo>
                <a:cubicBezTo>
                  <a:pt x="836613" y="1383242"/>
                  <a:pt x="886354" y="1331912"/>
                  <a:pt x="936625" y="1273175"/>
                </a:cubicBezTo>
                <a:cubicBezTo>
                  <a:pt x="986896" y="1214437"/>
                  <a:pt x="1045104" y="1139296"/>
                  <a:pt x="1085850" y="1069975"/>
                </a:cubicBezTo>
                <a:cubicBezTo>
                  <a:pt x="1126596" y="1000654"/>
                  <a:pt x="1156758" y="936096"/>
                  <a:pt x="1181100" y="857250"/>
                </a:cubicBezTo>
                <a:cubicBezTo>
                  <a:pt x="1205442" y="778404"/>
                  <a:pt x="1221846" y="665163"/>
                  <a:pt x="1231900" y="596900"/>
                </a:cubicBezTo>
                <a:cubicBezTo>
                  <a:pt x="1241954" y="528637"/>
                  <a:pt x="1234017" y="499533"/>
                  <a:pt x="1241425" y="447675"/>
                </a:cubicBezTo>
                <a:cubicBezTo>
                  <a:pt x="1248833" y="395817"/>
                  <a:pt x="1255713" y="340783"/>
                  <a:pt x="1276350" y="285750"/>
                </a:cubicBezTo>
                <a:cubicBezTo>
                  <a:pt x="1296987" y="230717"/>
                  <a:pt x="1332442" y="165100"/>
                  <a:pt x="1365250" y="117475"/>
                </a:cubicBezTo>
                <a:cubicBezTo>
                  <a:pt x="1398058" y="69850"/>
                  <a:pt x="1435629" y="34925"/>
                  <a:pt x="1473200" y="0"/>
                </a:cubicBezTo>
              </a:path>
            </a:pathLst>
          </a:custGeom>
          <a:noFill/>
          <a:ln w="101600">
            <a:solidFill>
              <a:srgbClr val="F1605D"/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20" name="Freeform: Shape 1019">
            <a:extLst>
              <a:ext uri="{FF2B5EF4-FFF2-40B4-BE49-F238E27FC236}">
                <a16:creationId xmlns:a16="http://schemas.microsoft.com/office/drawing/2014/main" id="{904BD590-5A82-4634-A6FA-AEEAAE7588AF}"/>
              </a:ext>
            </a:extLst>
          </p:cNvPr>
          <p:cNvSpPr/>
          <p:nvPr/>
        </p:nvSpPr>
        <p:spPr>
          <a:xfrm>
            <a:off x="2378178" y="4114800"/>
            <a:ext cx="577861" cy="854075"/>
          </a:xfrm>
          <a:custGeom>
            <a:avLst/>
            <a:gdLst>
              <a:gd name="connsiteX0" fmla="*/ 542925 w 577861"/>
              <a:gd name="connsiteY0" fmla="*/ 0 h 854075"/>
              <a:gd name="connsiteX1" fmla="*/ 577850 w 577861"/>
              <a:gd name="connsiteY1" fmla="*/ 155575 h 854075"/>
              <a:gd name="connsiteX2" fmla="*/ 539750 w 577861"/>
              <a:gd name="connsiteY2" fmla="*/ 422275 h 854075"/>
              <a:gd name="connsiteX3" fmla="*/ 400050 w 577861"/>
              <a:gd name="connsiteY3" fmla="*/ 638175 h 854075"/>
              <a:gd name="connsiteX4" fmla="*/ 184150 w 577861"/>
              <a:gd name="connsiteY4" fmla="*/ 777875 h 854075"/>
              <a:gd name="connsiteX5" fmla="*/ 0 w 577861"/>
              <a:gd name="connsiteY5" fmla="*/ 854075 h 854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861" h="854075">
                <a:moveTo>
                  <a:pt x="542925" y="0"/>
                </a:moveTo>
                <a:cubicBezTo>
                  <a:pt x="560652" y="42598"/>
                  <a:pt x="578379" y="85196"/>
                  <a:pt x="577850" y="155575"/>
                </a:cubicBezTo>
                <a:cubicBezTo>
                  <a:pt x="577321" y="225954"/>
                  <a:pt x="569383" y="341842"/>
                  <a:pt x="539750" y="422275"/>
                </a:cubicBezTo>
                <a:cubicBezTo>
                  <a:pt x="510117" y="502708"/>
                  <a:pt x="459317" y="578908"/>
                  <a:pt x="400050" y="638175"/>
                </a:cubicBezTo>
                <a:cubicBezTo>
                  <a:pt x="340783" y="697442"/>
                  <a:pt x="250825" y="741892"/>
                  <a:pt x="184150" y="777875"/>
                </a:cubicBezTo>
                <a:cubicBezTo>
                  <a:pt x="117475" y="813858"/>
                  <a:pt x="58737" y="833966"/>
                  <a:pt x="0" y="854075"/>
                </a:cubicBezTo>
              </a:path>
            </a:pathLst>
          </a:custGeom>
          <a:noFill/>
          <a:ln w="101600">
            <a:gradFill>
              <a:gsLst>
                <a:gs pos="0">
                  <a:srgbClr val="F1605D"/>
                </a:gs>
                <a:gs pos="100000">
                  <a:srgbClr val="FCFDBF"/>
                </a:gs>
              </a:gsLst>
              <a:lin ang="5400000" scaled="1"/>
            </a:gra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21" name="Freeform: Shape 1020">
            <a:extLst>
              <a:ext uri="{FF2B5EF4-FFF2-40B4-BE49-F238E27FC236}">
                <a16:creationId xmlns:a16="http://schemas.microsoft.com/office/drawing/2014/main" id="{F483AE58-DE9F-4153-970F-63C1E8E570B6}"/>
              </a:ext>
            </a:extLst>
          </p:cNvPr>
          <p:cNvSpPr/>
          <p:nvPr/>
        </p:nvSpPr>
        <p:spPr>
          <a:xfrm>
            <a:off x="4067278" y="3286125"/>
            <a:ext cx="669925" cy="1314450"/>
          </a:xfrm>
          <a:custGeom>
            <a:avLst/>
            <a:gdLst>
              <a:gd name="connsiteX0" fmla="*/ 0 w 669925"/>
              <a:gd name="connsiteY0" fmla="*/ 0 h 1314450"/>
              <a:gd name="connsiteX1" fmla="*/ 292100 w 669925"/>
              <a:gd name="connsiteY1" fmla="*/ 98425 h 1314450"/>
              <a:gd name="connsiteX2" fmla="*/ 511175 w 669925"/>
              <a:gd name="connsiteY2" fmla="*/ 327025 h 1314450"/>
              <a:gd name="connsiteX3" fmla="*/ 622300 w 669925"/>
              <a:gd name="connsiteY3" fmla="*/ 647700 h 1314450"/>
              <a:gd name="connsiteX4" fmla="*/ 657225 w 669925"/>
              <a:gd name="connsiteY4" fmla="*/ 1025525 h 1314450"/>
              <a:gd name="connsiteX5" fmla="*/ 669925 w 669925"/>
              <a:gd name="connsiteY5" fmla="*/ 1314450 h 1314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9925" h="1314450">
                <a:moveTo>
                  <a:pt x="0" y="0"/>
                </a:moveTo>
                <a:cubicBezTo>
                  <a:pt x="103452" y="21960"/>
                  <a:pt x="206904" y="43921"/>
                  <a:pt x="292100" y="98425"/>
                </a:cubicBezTo>
                <a:cubicBezTo>
                  <a:pt x="377296" y="152929"/>
                  <a:pt x="456142" y="235479"/>
                  <a:pt x="511175" y="327025"/>
                </a:cubicBezTo>
                <a:cubicBezTo>
                  <a:pt x="566208" y="418571"/>
                  <a:pt x="597958" y="531283"/>
                  <a:pt x="622300" y="647700"/>
                </a:cubicBezTo>
                <a:cubicBezTo>
                  <a:pt x="646642" y="764117"/>
                  <a:pt x="649288" y="914400"/>
                  <a:pt x="657225" y="1025525"/>
                </a:cubicBezTo>
                <a:cubicBezTo>
                  <a:pt x="665162" y="1136650"/>
                  <a:pt x="667543" y="1225550"/>
                  <a:pt x="669925" y="1314450"/>
                </a:cubicBezTo>
              </a:path>
            </a:pathLst>
          </a:custGeom>
          <a:noFill/>
          <a:ln w="101600">
            <a:gradFill>
              <a:gsLst>
                <a:gs pos="0">
                  <a:srgbClr val="F1605D"/>
                </a:gs>
                <a:gs pos="100000">
                  <a:srgbClr val="FCFDBF"/>
                </a:gs>
              </a:gsLst>
              <a:lin ang="5400000" scaled="1"/>
            </a:gra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22" name="Freeform: Shape 1021">
            <a:extLst>
              <a:ext uri="{FF2B5EF4-FFF2-40B4-BE49-F238E27FC236}">
                <a16:creationId xmlns:a16="http://schemas.microsoft.com/office/drawing/2014/main" id="{F8A191B9-7BCA-4F85-BC2F-873787B1DD9D}"/>
              </a:ext>
            </a:extLst>
          </p:cNvPr>
          <p:cNvSpPr/>
          <p:nvPr/>
        </p:nvSpPr>
        <p:spPr>
          <a:xfrm>
            <a:off x="5683353" y="2568575"/>
            <a:ext cx="492125" cy="1270000"/>
          </a:xfrm>
          <a:custGeom>
            <a:avLst/>
            <a:gdLst>
              <a:gd name="connsiteX0" fmla="*/ 0 w 492125"/>
              <a:gd name="connsiteY0" fmla="*/ 0 h 1270000"/>
              <a:gd name="connsiteX1" fmla="*/ 66675 w 492125"/>
              <a:gd name="connsiteY1" fmla="*/ 69850 h 1270000"/>
              <a:gd name="connsiteX2" fmla="*/ 133350 w 492125"/>
              <a:gd name="connsiteY2" fmla="*/ 161925 h 1270000"/>
              <a:gd name="connsiteX3" fmla="*/ 180975 w 492125"/>
              <a:gd name="connsiteY3" fmla="*/ 288925 h 1270000"/>
              <a:gd name="connsiteX4" fmla="*/ 200025 w 492125"/>
              <a:gd name="connsiteY4" fmla="*/ 374650 h 1270000"/>
              <a:gd name="connsiteX5" fmla="*/ 234950 w 492125"/>
              <a:gd name="connsiteY5" fmla="*/ 590550 h 1270000"/>
              <a:gd name="connsiteX6" fmla="*/ 263525 w 492125"/>
              <a:gd name="connsiteY6" fmla="*/ 723900 h 1270000"/>
              <a:gd name="connsiteX7" fmla="*/ 279400 w 492125"/>
              <a:gd name="connsiteY7" fmla="*/ 869950 h 1270000"/>
              <a:gd name="connsiteX8" fmla="*/ 336550 w 492125"/>
              <a:gd name="connsiteY8" fmla="*/ 1022350 h 1270000"/>
              <a:gd name="connsiteX9" fmla="*/ 393700 w 492125"/>
              <a:gd name="connsiteY9" fmla="*/ 1133475 h 1270000"/>
              <a:gd name="connsiteX10" fmla="*/ 492125 w 492125"/>
              <a:gd name="connsiteY10" fmla="*/ 1270000 h 1270000"/>
              <a:gd name="connsiteX0" fmla="*/ 0 w 492125"/>
              <a:gd name="connsiteY0" fmla="*/ 0 h 1270000"/>
              <a:gd name="connsiteX1" fmla="*/ 66675 w 492125"/>
              <a:gd name="connsiteY1" fmla="*/ 69850 h 1270000"/>
              <a:gd name="connsiteX2" fmla="*/ 133350 w 492125"/>
              <a:gd name="connsiteY2" fmla="*/ 161925 h 1270000"/>
              <a:gd name="connsiteX3" fmla="*/ 180975 w 492125"/>
              <a:gd name="connsiteY3" fmla="*/ 288925 h 1270000"/>
              <a:gd name="connsiteX4" fmla="*/ 200025 w 492125"/>
              <a:gd name="connsiteY4" fmla="*/ 374650 h 1270000"/>
              <a:gd name="connsiteX5" fmla="*/ 250825 w 492125"/>
              <a:gd name="connsiteY5" fmla="*/ 568325 h 1270000"/>
              <a:gd name="connsiteX6" fmla="*/ 263525 w 492125"/>
              <a:gd name="connsiteY6" fmla="*/ 723900 h 1270000"/>
              <a:gd name="connsiteX7" fmla="*/ 279400 w 492125"/>
              <a:gd name="connsiteY7" fmla="*/ 869950 h 1270000"/>
              <a:gd name="connsiteX8" fmla="*/ 336550 w 492125"/>
              <a:gd name="connsiteY8" fmla="*/ 1022350 h 1270000"/>
              <a:gd name="connsiteX9" fmla="*/ 393700 w 492125"/>
              <a:gd name="connsiteY9" fmla="*/ 1133475 h 1270000"/>
              <a:gd name="connsiteX10" fmla="*/ 492125 w 492125"/>
              <a:gd name="connsiteY10" fmla="*/ 1270000 h 1270000"/>
              <a:gd name="connsiteX0" fmla="*/ 0 w 492125"/>
              <a:gd name="connsiteY0" fmla="*/ 0 h 1270000"/>
              <a:gd name="connsiteX1" fmla="*/ 66675 w 492125"/>
              <a:gd name="connsiteY1" fmla="*/ 69850 h 1270000"/>
              <a:gd name="connsiteX2" fmla="*/ 133350 w 492125"/>
              <a:gd name="connsiteY2" fmla="*/ 161925 h 1270000"/>
              <a:gd name="connsiteX3" fmla="*/ 180975 w 492125"/>
              <a:gd name="connsiteY3" fmla="*/ 288925 h 1270000"/>
              <a:gd name="connsiteX4" fmla="*/ 215900 w 492125"/>
              <a:gd name="connsiteY4" fmla="*/ 393700 h 1270000"/>
              <a:gd name="connsiteX5" fmla="*/ 250825 w 492125"/>
              <a:gd name="connsiteY5" fmla="*/ 568325 h 1270000"/>
              <a:gd name="connsiteX6" fmla="*/ 263525 w 492125"/>
              <a:gd name="connsiteY6" fmla="*/ 723900 h 1270000"/>
              <a:gd name="connsiteX7" fmla="*/ 279400 w 492125"/>
              <a:gd name="connsiteY7" fmla="*/ 869950 h 1270000"/>
              <a:gd name="connsiteX8" fmla="*/ 336550 w 492125"/>
              <a:gd name="connsiteY8" fmla="*/ 1022350 h 1270000"/>
              <a:gd name="connsiteX9" fmla="*/ 393700 w 492125"/>
              <a:gd name="connsiteY9" fmla="*/ 1133475 h 1270000"/>
              <a:gd name="connsiteX10" fmla="*/ 492125 w 492125"/>
              <a:gd name="connsiteY10" fmla="*/ 1270000 h 1270000"/>
              <a:gd name="connsiteX0" fmla="*/ 0 w 492125"/>
              <a:gd name="connsiteY0" fmla="*/ 0 h 1270000"/>
              <a:gd name="connsiteX1" fmla="*/ 66675 w 492125"/>
              <a:gd name="connsiteY1" fmla="*/ 69850 h 1270000"/>
              <a:gd name="connsiteX2" fmla="*/ 133350 w 492125"/>
              <a:gd name="connsiteY2" fmla="*/ 161925 h 1270000"/>
              <a:gd name="connsiteX3" fmla="*/ 190500 w 492125"/>
              <a:gd name="connsiteY3" fmla="*/ 273050 h 1270000"/>
              <a:gd name="connsiteX4" fmla="*/ 215900 w 492125"/>
              <a:gd name="connsiteY4" fmla="*/ 393700 h 1270000"/>
              <a:gd name="connsiteX5" fmla="*/ 250825 w 492125"/>
              <a:gd name="connsiteY5" fmla="*/ 568325 h 1270000"/>
              <a:gd name="connsiteX6" fmla="*/ 263525 w 492125"/>
              <a:gd name="connsiteY6" fmla="*/ 723900 h 1270000"/>
              <a:gd name="connsiteX7" fmla="*/ 279400 w 492125"/>
              <a:gd name="connsiteY7" fmla="*/ 869950 h 1270000"/>
              <a:gd name="connsiteX8" fmla="*/ 336550 w 492125"/>
              <a:gd name="connsiteY8" fmla="*/ 1022350 h 1270000"/>
              <a:gd name="connsiteX9" fmla="*/ 393700 w 492125"/>
              <a:gd name="connsiteY9" fmla="*/ 1133475 h 1270000"/>
              <a:gd name="connsiteX10" fmla="*/ 492125 w 492125"/>
              <a:gd name="connsiteY10" fmla="*/ 1270000 h 1270000"/>
              <a:gd name="connsiteX0" fmla="*/ 0 w 492125"/>
              <a:gd name="connsiteY0" fmla="*/ 0 h 1270000"/>
              <a:gd name="connsiteX1" fmla="*/ 66675 w 492125"/>
              <a:gd name="connsiteY1" fmla="*/ 69850 h 1270000"/>
              <a:gd name="connsiteX2" fmla="*/ 133350 w 492125"/>
              <a:gd name="connsiteY2" fmla="*/ 161925 h 1270000"/>
              <a:gd name="connsiteX3" fmla="*/ 190500 w 492125"/>
              <a:gd name="connsiteY3" fmla="*/ 273050 h 1270000"/>
              <a:gd name="connsiteX4" fmla="*/ 215900 w 492125"/>
              <a:gd name="connsiteY4" fmla="*/ 393700 h 1270000"/>
              <a:gd name="connsiteX5" fmla="*/ 250825 w 492125"/>
              <a:gd name="connsiteY5" fmla="*/ 568325 h 1270000"/>
              <a:gd name="connsiteX6" fmla="*/ 263525 w 492125"/>
              <a:gd name="connsiteY6" fmla="*/ 723900 h 1270000"/>
              <a:gd name="connsiteX7" fmla="*/ 279400 w 492125"/>
              <a:gd name="connsiteY7" fmla="*/ 869950 h 1270000"/>
              <a:gd name="connsiteX8" fmla="*/ 330200 w 492125"/>
              <a:gd name="connsiteY8" fmla="*/ 1022350 h 1270000"/>
              <a:gd name="connsiteX9" fmla="*/ 393700 w 492125"/>
              <a:gd name="connsiteY9" fmla="*/ 1133475 h 1270000"/>
              <a:gd name="connsiteX10" fmla="*/ 492125 w 492125"/>
              <a:gd name="connsiteY10" fmla="*/ 1270000 h 1270000"/>
              <a:gd name="connsiteX0" fmla="*/ 0 w 492125"/>
              <a:gd name="connsiteY0" fmla="*/ 0 h 1270000"/>
              <a:gd name="connsiteX1" fmla="*/ 66675 w 492125"/>
              <a:gd name="connsiteY1" fmla="*/ 69850 h 1270000"/>
              <a:gd name="connsiteX2" fmla="*/ 133350 w 492125"/>
              <a:gd name="connsiteY2" fmla="*/ 161925 h 1270000"/>
              <a:gd name="connsiteX3" fmla="*/ 190500 w 492125"/>
              <a:gd name="connsiteY3" fmla="*/ 273050 h 1270000"/>
              <a:gd name="connsiteX4" fmla="*/ 215900 w 492125"/>
              <a:gd name="connsiteY4" fmla="*/ 393700 h 1270000"/>
              <a:gd name="connsiteX5" fmla="*/ 250825 w 492125"/>
              <a:gd name="connsiteY5" fmla="*/ 568325 h 1270000"/>
              <a:gd name="connsiteX6" fmla="*/ 263525 w 492125"/>
              <a:gd name="connsiteY6" fmla="*/ 723900 h 1270000"/>
              <a:gd name="connsiteX7" fmla="*/ 279400 w 492125"/>
              <a:gd name="connsiteY7" fmla="*/ 869950 h 1270000"/>
              <a:gd name="connsiteX8" fmla="*/ 330200 w 492125"/>
              <a:gd name="connsiteY8" fmla="*/ 1022350 h 1270000"/>
              <a:gd name="connsiteX9" fmla="*/ 393700 w 492125"/>
              <a:gd name="connsiteY9" fmla="*/ 1133475 h 1270000"/>
              <a:gd name="connsiteX10" fmla="*/ 492125 w 492125"/>
              <a:gd name="connsiteY10" fmla="*/ 1270000 h 1270000"/>
              <a:gd name="connsiteX0" fmla="*/ 0 w 492125"/>
              <a:gd name="connsiteY0" fmla="*/ 0 h 1270000"/>
              <a:gd name="connsiteX1" fmla="*/ 66675 w 492125"/>
              <a:gd name="connsiteY1" fmla="*/ 69850 h 1270000"/>
              <a:gd name="connsiteX2" fmla="*/ 133350 w 492125"/>
              <a:gd name="connsiteY2" fmla="*/ 161925 h 1270000"/>
              <a:gd name="connsiteX3" fmla="*/ 190500 w 492125"/>
              <a:gd name="connsiteY3" fmla="*/ 273050 h 1270000"/>
              <a:gd name="connsiteX4" fmla="*/ 225425 w 492125"/>
              <a:gd name="connsiteY4" fmla="*/ 400050 h 1270000"/>
              <a:gd name="connsiteX5" fmla="*/ 250825 w 492125"/>
              <a:gd name="connsiteY5" fmla="*/ 568325 h 1270000"/>
              <a:gd name="connsiteX6" fmla="*/ 263525 w 492125"/>
              <a:gd name="connsiteY6" fmla="*/ 723900 h 1270000"/>
              <a:gd name="connsiteX7" fmla="*/ 279400 w 492125"/>
              <a:gd name="connsiteY7" fmla="*/ 869950 h 1270000"/>
              <a:gd name="connsiteX8" fmla="*/ 330200 w 492125"/>
              <a:gd name="connsiteY8" fmla="*/ 1022350 h 1270000"/>
              <a:gd name="connsiteX9" fmla="*/ 393700 w 492125"/>
              <a:gd name="connsiteY9" fmla="*/ 1133475 h 1270000"/>
              <a:gd name="connsiteX10" fmla="*/ 492125 w 492125"/>
              <a:gd name="connsiteY10" fmla="*/ 1270000 h 12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2125" h="1270000">
                <a:moveTo>
                  <a:pt x="0" y="0"/>
                </a:moveTo>
                <a:cubicBezTo>
                  <a:pt x="22225" y="21431"/>
                  <a:pt x="44450" y="42863"/>
                  <a:pt x="66675" y="69850"/>
                </a:cubicBezTo>
                <a:cubicBezTo>
                  <a:pt x="88900" y="96837"/>
                  <a:pt x="112713" y="128058"/>
                  <a:pt x="133350" y="161925"/>
                </a:cubicBezTo>
                <a:cubicBezTo>
                  <a:pt x="153988" y="195792"/>
                  <a:pt x="175154" y="233363"/>
                  <a:pt x="190500" y="273050"/>
                </a:cubicBezTo>
                <a:cubicBezTo>
                  <a:pt x="205846" y="312737"/>
                  <a:pt x="215371" y="350838"/>
                  <a:pt x="225425" y="400050"/>
                </a:cubicBezTo>
                <a:cubicBezTo>
                  <a:pt x="235479" y="449263"/>
                  <a:pt x="244475" y="514350"/>
                  <a:pt x="250825" y="568325"/>
                </a:cubicBezTo>
                <a:cubicBezTo>
                  <a:pt x="257175" y="622300"/>
                  <a:pt x="258763" y="673629"/>
                  <a:pt x="263525" y="723900"/>
                </a:cubicBezTo>
                <a:cubicBezTo>
                  <a:pt x="268287" y="774171"/>
                  <a:pt x="268288" y="820208"/>
                  <a:pt x="279400" y="869950"/>
                </a:cubicBezTo>
                <a:cubicBezTo>
                  <a:pt x="290512" y="919692"/>
                  <a:pt x="311150" y="978429"/>
                  <a:pt x="330200" y="1022350"/>
                </a:cubicBezTo>
                <a:cubicBezTo>
                  <a:pt x="349250" y="1066271"/>
                  <a:pt x="367771" y="1092200"/>
                  <a:pt x="393700" y="1133475"/>
                </a:cubicBezTo>
                <a:cubicBezTo>
                  <a:pt x="419629" y="1174750"/>
                  <a:pt x="455877" y="1222375"/>
                  <a:pt x="492125" y="1270000"/>
                </a:cubicBezTo>
              </a:path>
            </a:pathLst>
          </a:custGeom>
          <a:noFill/>
          <a:ln w="101600">
            <a:solidFill>
              <a:srgbClr val="FEAF77"/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23" name="Freeform: Shape 1022">
            <a:extLst>
              <a:ext uri="{FF2B5EF4-FFF2-40B4-BE49-F238E27FC236}">
                <a16:creationId xmlns:a16="http://schemas.microsoft.com/office/drawing/2014/main" id="{2383B012-2EE6-40D4-96F7-F4204FDD6F9A}"/>
              </a:ext>
            </a:extLst>
          </p:cNvPr>
          <p:cNvSpPr/>
          <p:nvPr/>
        </p:nvSpPr>
        <p:spPr>
          <a:xfrm>
            <a:off x="5943703" y="1974850"/>
            <a:ext cx="558800" cy="1291646"/>
          </a:xfrm>
          <a:custGeom>
            <a:avLst/>
            <a:gdLst>
              <a:gd name="connsiteX0" fmla="*/ 0 w 558800"/>
              <a:gd name="connsiteY0" fmla="*/ 1289050 h 1291646"/>
              <a:gd name="connsiteX1" fmla="*/ 107950 w 558800"/>
              <a:gd name="connsiteY1" fmla="*/ 1270000 h 1291646"/>
              <a:gd name="connsiteX2" fmla="*/ 304800 w 558800"/>
              <a:gd name="connsiteY2" fmla="*/ 1130300 h 1291646"/>
              <a:gd name="connsiteX3" fmla="*/ 463550 w 558800"/>
              <a:gd name="connsiteY3" fmla="*/ 882650 h 1291646"/>
              <a:gd name="connsiteX4" fmla="*/ 520700 w 558800"/>
              <a:gd name="connsiteY4" fmla="*/ 622300 h 1291646"/>
              <a:gd name="connsiteX5" fmla="*/ 552450 w 558800"/>
              <a:gd name="connsiteY5" fmla="*/ 285750 h 1291646"/>
              <a:gd name="connsiteX6" fmla="*/ 558800 w 558800"/>
              <a:gd name="connsiteY6" fmla="*/ 0 h 1291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8800" h="1291646">
                <a:moveTo>
                  <a:pt x="0" y="1289050"/>
                </a:moveTo>
                <a:cubicBezTo>
                  <a:pt x="28575" y="1292754"/>
                  <a:pt x="57150" y="1296458"/>
                  <a:pt x="107950" y="1270000"/>
                </a:cubicBezTo>
                <a:cubicBezTo>
                  <a:pt x="158750" y="1243542"/>
                  <a:pt x="245533" y="1194858"/>
                  <a:pt x="304800" y="1130300"/>
                </a:cubicBezTo>
                <a:cubicBezTo>
                  <a:pt x="364067" y="1065742"/>
                  <a:pt x="427567" y="967317"/>
                  <a:pt x="463550" y="882650"/>
                </a:cubicBezTo>
                <a:cubicBezTo>
                  <a:pt x="499533" y="797983"/>
                  <a:pt x="505883" y="721783"/>
                  <a:pt x="520700" y="622300"/>
                </a:cubicBezTo>
                <a:cubicBezTo>
                  <a:pt x="535517" y="522817"/>
                  <a:pt x="546100" y="389467"/>
                  <a:pt x="552450" y="285750"/>
                </a:cubicBezTo>
                <a:cubicBezTo>
                  <a:pt x="558800" y="182033"/>
                  <a:pt x="558800" y="91016"/>
                  <a:pt x="558800" y="0"/>
                </a:cubicBezTo>
              </a:path>
            </a:pathLst>
          </a:custGeom>
          <a:noFill/>
          <a:ln w="101600">
            <a:gradFill>
              <a:gsLst>
                <a:gs pos="0">
                  <a:srgbClr val="FCFDBF"/>
                </a:gs>
                <a:gs pos="100000">
                  <a:srgbClr val="FEAF77"/>
                </a:gs>
              </a:gsLst>
              <a:lin ang="5400000" scaled="1"/>
            </a:gra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25" name="Freeform: Shape 1024">
            <a:extLst>
              <a:ext uri="{FF2B5EF4-FFF2-40B4-BE49-F238E27FC236}">
                <a16:creationId xmlns:a16="http://schemas.microsoft.com/office/drawing/2014/main" id="{2C717FD6-A73F-4030-A39B-9CE220FE3E69}"/>
              </a:ext>
            </a:extLst>
          </p:cNvPr>
          <p:cNvSpPr/>
          <p:nvPr/>
        </p:nvSpPr>
        <p:spPr>
          <a:xfrm>
            <a:off x="7658203" y="2272478"/>
            <a:ext cx="1701800" cy="1385122"/>
          </a:xfrm>
          <a:custGeom>
            <a:avLst/>
            <a:gdLst>
              <a:gd name="connsiteX0" fmla="*/ 0 w 1701800"/>
              <a:gd name="connsiteY0" fmla="*/ 1385122 h 1385122"/>
              <a:gd name="connsiteX1" fmla="*/ 63500 w 1701800"/>
              <a:gd name="connsiteY1" fmla="*/ 1232722 h 1385122"/>
              <a:gd name="connsiteX2" fmla="*/ 114300 w 1701800"/>
              <a:gd name="connsiteY2" fmla="*/ 1007297 h 1385122"/>
              <a:gd name="connsiteX3" fmla="*/ 123825 w 1701800"/>
              <a:gd name="connsiteY3" fmla="*/ 791397 h 1385122"/>
              <a:gd name="connsiteX4" fmla="*/ 174625 w 1701800"/>
              <a:gd name="connsiteY4" fmla="*/ 572322 h 1385122"/>
              <a:gd name="connsiteX5" fmla="*/ 292100 w 1701800"/>
              <a:gd name="connsiteY5" fmla="*/ 362772 h 1385122"/>
              <a:gd name="connsiteX6" fmla="*/ 463550 w 1701800"/>
              <a:gd name="connsiteY6" fmla="*/ 188147 h 1385122"/>
              <a:gd name="connsiteX7" fmla="*/ 666750 w 1701800"/>
              <a:gd name="connsiteY7" fmla="*/ 61147 h 1385122"/>
              <a:gd name="connsiteX8" fmla="*/ 895350 w 1701800"/>
              <a:gd name="connsiteY8" fmla="*/ 7172 h 1385122"/>
              <a:gd name="connsiteX9" fmla="*/ 1123950 w 1701800"/>
              <a:gd name="connsiteY9" fmla="*/ 3997 h 1385122"/>
              <a:gd name="connsiteX10" fmla="*/ 1339850 w 1701800"/>
              <a:gd name="connsiteY10" fmla="*/ 38922 h 1385122"/>
              <a:gd name="connsiteX11" fmla="*/ 1514475 w 1701800"/>
              <a:gd name="connsiteY11" fmla="*/ 124647 h 1385122"/>
              <a:gd name="connsiteX12" fmla="*/ 1641475 w 1701800"/>
              <a:gd name="connsiteY12" fmla="*/ 223072 h 1385122"/>
              <a:gd name="connsiteX13" fmla="*/ 1701800 w 1701800"/>
              <a:gd name="connsiteY13" fmla="*/ 292922 h 1385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01800" h="1385122">
                <a:moveTo>
                  <a:pt x="0" y="1385122"/>
                </a:moveTo>
                <a:cubicBezTo>
                  <a:pt x="22225" y="1340407"/>
                  <a:pt x="44450" y="1295693"/>
                  <a:pt x="63500" y="1232722"/>
                </a:cubicBezTo>
                <a:cubicBezTo>
                  <a:pt x="82550" y="1169751"/>
                  <a:pt x="104246" y="1080851"/>
                  <a:pt x="114300" y="1007297"/>
                </a:cubicBezTo>
                <a:cubicBezTo>
                  <a:pt x="124354" y="933743"/>
                  <a:pt x="113771" y="863893"/>
                  <a:pt x="123825" y="791397"/>
                </a:cubicBezTo>
                <a:cubicBezTo>
                  <a:pt x="133879" y="718901"/>
                  <a:pt x="146579" y="643759"/>
                  <a:pt x="174625" y="572322"/>
                </a:cubicBezTo>
                <a:cubicBezTo>
                  <a:pt x="202671" y="500885"/>
                  <a:pt x="243946" y="426801"/>
                  <a:pt x="292100" y="362772"/>
                </a:cubicBezTo>
                <a:cubicBezTo>
                  <a:pt x="340254" y="298743"/>
                  <a:pt x="401108" y="238418"/>
                  <a:pt x="463550" y="188147"/>
                </a:cubicBezTo>
                <a:cubicBezTo>
                  <a:pt x="525992" y="137876"/>
                  <a:pt x="594783" y="91309"/>
                  <a:pt x="666750" y="61147"/>
                </a:cubicBezTo>
                <a:cubicBezTo>
                  <a:pt x="738717" y="30985"/>
                  <a:pt x="819150" y="16697"/>
                  <a:pt x="895350" y="7172"/>
                </a:cubicBezTo>
                <a:cubicBezTo>
                  <a:pt x="971550" y="-2353"/>
                  <a:pt x="1049867" y="-1295"/>
                  <a:pt x="1123950" y="3997"/>
                </a:cubicBezTo>
                <a:cubicBezTo>
                  <a:pt x="1198033" y="9289"/>
                  <a:pt x="1274763" y="18814"/>
                  <a:pt x="1339850" y="38922"/>
                </a:cubicBezTo>
                <a:cubicBezTo>
                  <a:pt x="1404937" y="59030"/>
                  <a:pt x="1464204" y="93955"/>
                  <a:pt x="1514475" y="124647"/>
                </a:cubicBezTo>
                <a:cubicBezTo>
                  <a:pt x="1564746" y="155339"/>
                  <a:pt x="1610254" y="195026"/>
                  <a:pt x="1641475" y="223072"/>
                </a:cubicBezTo>
                <a:cubicBezTo>
                  <a:pt x="1672696" y="251118"/>
                  <a:pt x="1687248" y="272020"/>
                  <a:pt x="1701800" y="292922"/>
                </a:cubicBezTo>
              </a:path>
            </a:pathLst>
          </a:custGeom>
          <a:noFill/>
          <a:ln w="101600">
            <a:solidFill>
              <a:srgbClr val="FCFDBF"/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26" name="Freeform: Shape 1025">
            <a:extLst>
              <a:ext uri="{FF2B5EF4-FFF2-40B4-BE49-F238E27FC236}">
                <a16:creationId xmlns:a16="http://schemas.microsoft.com/office/drawing/2014/main" id="{0A4600C3-F758-4C6A-B7AF-BF10DE090D9B}"/>
              </a:ext>
            </a:extLst>
          </p:cNvPr>
          <p:cNvSpPr/>
          <p:nvPr/>
        </p:nvSpPr>
        <p:spPr>
          <a:xfrm>
            <a:off x="7817107" y="2957398"/>
            <a:ext cx="1031875" cy="1689100"/>
          </a:xfrm>
          <a:custGeom>
            <a:avLst/>
            <a:gdLst>
              <a:gd name="connsiteX0" fmla="*/ 0 w 1031875"/>
              <a:gd name="connsiteY0" fmla="*/ 0 h 1689100"/>
              <a:gd name="connsiteX1" fmla="*/ 152400 w 1031875"/>
              <a:gd name="connsiteY1" fmla="*/ 31750 h 1689100"/>
              <a:gd name="connsiteX2" fmla="*/ 304800 w 1031875"/>
              <a:gd name="connsiteY2" fmla="*/ 107950 h 1689100"/>
              <a:gd name="connsiteX3" fmla="*/ 438150 w 1031875"/>
              <a:gd name="connsiteY3" fmla="*/ 209550 h 1689100"/>
              <a:gd name="connsiteX4" fmla="*/ 663575 w 1031875"/>
              <a:gd name="connsiteY4" fmla="*/ 428625 h 1689100"/>
              <a:gd name="connsiteX5" fmla="*/ 796925 w 1031875"/>
              <a:gd name="connsiteY5" fmla="*/ 650875 h 1689100"/>
              <a:gd name="connsiteX6" fmla="*/ 923925 w 1031875"/>
              <a:gd name="connsiteY6" fmla="*/ 968375 h 1689100"/>
              <a:gd name="connsiteX7" fmla="*/ 1009650 w 1031875"/>
              <a:gd name="connsiteY7" fmla="*/ 1352550 h 1689100"/>
              <a:gd name="connsiteX8" fmla="*/ 1031875 w 1031875"/>
              <a:gd name="connsiteY8" fmla="*/ 1689100 h 168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31875" h="1689100">
                <a:moveTo>
                  <a:pt x="0" y="0"/>
                </a:moveTo>
                <a:cubicBezTo>
                  <a:pt x="50800" y="6879"/>
                  <a:pt x="101600" y="13758"/>
                  <a:pt x="152400" y="31750"/>
                </a:cubicBezTo>
                <a:cubicBezTo>
                  <a:pt x="203200" y="49742"/>
                  <a:pt x="257175" y="78317"/>
                  <a:pt x="304800" y="107950"/>
                </a:cubicBezTo>
                <a:cubicBezTo>
                  <a:pt x="352425" y="137583"/>
                  <a:pt x="378354" y="156104"/>
                  <a:pt x="438150" y="209550"/>
                </a:cubicBezTo>
                <a:cubicBezTo>
                  <a:pt x="497946" y="262996"/>
                  <a:pt x="603779" y="355071"/>
                  <a:pt x="663575" y="428625"/>
                </a:cubicBezTo>
                <a:cubicBezTo>
                  <a:pt x="723371" y="502179"/>
                  <a:pt x="753533" y="560917"/>
                  <a:pt x="796925" y="650875"/>
                </a:cubicBezTo>
                <a:cubicBezTo>
                  <a:pt x="840317" y="740833"/>
                  <a:pt x="888471" y="851429"/>
                  <a:pt x="923925" y="968375"/>
                </a:cubicBezTo>
                <a:cubicBezTo>
                  <a:pt x="959379" y="1085321"/>
                  <a:pt x="991658" y="1232429"/>
                  <a:pt x="1009650" y="1352550"/>
                </a:cubicBezTo>
                <a:cubicBezTo>
                  <a:pt x="1027642" y="1472671"/>
                  <a:pt x="1029758" y="1580885"/>
                  <a:pt x="1031875" y="1689100"/>
                </a:cubicBezTo>
              </a:path>
            </a:pathLst>
          </a:custGeom>
          <a:noFill/>
          <a:ln w="101600">
            <a:solidFill>
              <a:srgbClr val="FCFDBF"/>
            </a:solidFill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2C0CAA67-58BB-4B7B-BA7F-1582A627D2E2}"/>
              </a:ext>
            </a:extLst>
          </p:cNvPr>
          <p:cNvSpPr txBox="1"/>
          <p:nvPr/>
        </p:nvSpPr>
        <p:spPr>
          <a:xfrm>
            <a:off x="338294" y="215413"/>
            <a:ext cx="50481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Male Spring-Run Chinook Salmon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Alternate Mating Strategies</a:t>
            </a:r>
          </a:p>
        </p:txBody>
      </p: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FFC7DB8B-57FD-460C-89B9-FD913026442C}"/>
              </a:ext>
            </a:extLst>
          </p:cNvPr>
          <p:cNvGrpSpPr>
            <a:grpSpLocks noChangeAspect="1"/>
          </p:cNvGrpSpPr>
          <p:nvPr/>
        </p:nvGrpSpPr>
        <p:grpSpPr>
          <a:xfrm>
            <a:off x="6068779" y="3562788"/>
            <a:ext cx="2286000" cy="915249"/>
            <a:chOff x="1836840" y="1141241"/>
            <a:chExt cx="7160001" cy="2866660"/>
          </a:xfrm>
          <a:effectLst>
            <a:glow rad="63500">
              <a:schemeClr val="bg1">
                <a:alpha val="69000"/>
              </a:schemeClr>
            </a:glow>
          </a:effectLst>
        </p:grpSpPr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1AB312F7-874E-463A-98FE-F7D301DA5E20}"/>
                </a:ext>
              </a:extLst>
            </p:cNvPr>
            <p:cNvSpPr/>
            <p:nvPr/>
          </p:nvSpPr>
          <p:spPr>
            <a:xfrm>
              <a:off x="6948944" y="2183552"/>
              <a:ext cx="576138" cy="223109"/>
            </a:xfrm>
            <a:custGeom>
              <a:avLst/>
              <a:gdLst>
                <a:gd name="connsiteX0" fmla="*/ 42406 w 576138"/>
                <a:gd name="connsiteY0" fmla="*/ 70698 h 223109"/>
                <a:gd name="connsiteX1" fmla="*/ 455156 w 576138"/>
                <a:gd name="connsiteY1" fmla="*/ 848 h 223109"/>
                <a:gd name="connsiteX2" fmla="*/ 575806 w 576138"/>
                <a:gd name="connsiteY2" fmla="*/ 121498 h 223109"/>
                <a:gd name="connsiteX3" fmla="*/ 429756 w 576138"/>
                <a:gd name="connsiteY3" fmla="*/ 223098 h 223109"/>
                <a:gd name="connsiteX4" fmla="*/ 61456 w 576138"/>
                <a:gd name="connsiteY4" fmla="*/ 127848 h 223109"/>
                <a:gd name="connsiteX5" fmla="*/ 42406 w 576138"/>
                <a:gd name="connsiteY5" fmla="*/ 70698 h 22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6138" h="223109">
                  <a:moveTo>
                    <a:pt x="42406" y="70698"/>
                  </a:moveTo>
                  <a:cubicBezTo>
                    <a:pt x="108023" y="49531"/>
                    <a:pt x="366256" y="-7619"/>
                    <a:pt x="455156" y="848"/>
                  </a:cubicBezTo>
                  <a:cubicBezTo>
                    <a:pt x="544056" y="9315"/>
                    <a:pt x="580039" y="84456"/>
                    <a:pt x="575806" y="121498"/>
                  </a:cubicBezTo>
                  <a:cubicBezTo>
                    <a:pt x="571573" y="158540"/>
                    <a:pt x="515481" y="222040"/>
                    <a:pt x="429756" y="223098"/>
                  </a:cubicBezTo>
                  <a:cubicBezTo>
                    <a:pt x="344031" y="224156"/>
                    <a:pt x="132364" y="150073"/>
                    <a:pt x="61456" y="127848"/>
                  </a:cubicBezTo>
                  <a:cubicBezTo>
                    <a:pt x="-9452" y="105623"/>
                    <a:pt x="-23211" y="91865"/>
                    <a:pt x="42406" y="7069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3F3F3F"/>
                </a:gs>
                <a:gs pos="53000">
                  <a:srgbClr val="929496"/>
                </a:gs>
              </a:gsLst>
              <a:path path="circle">
                <a:fillToRect l="100000" b="100000"/>
              </a:path>
              <a:tileRect t="-100000" r="-10000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BD2BB206-3F72-4CD2-BE7F-E3D77174633C}"/>
                </a:ext>
              </a:extLst>
            </p:cNvPr>
            <p:cNvSpPr/>
            <p:nvPr/>
          </p:nvSpPr>
          <p:spPr>
            <a:xfrm>
              <a:off x="7603895" y="1740373"/>
              <a:ext cx="1392946" cy="1865037"/>
            </a:xfrm>
            <a:custGeom>
              <a:avLst/>
              <a:gdLst>
                <a:gd name="connsiteX0" fmla="*/ 1347373 w 1392946"/>
                <a:gd name="connsiteY0" fmla="*/ 866 h 1865037"/>
                <a:gd name="connsiteX1" fmla="*/ 1387705 w 1392946"/>
                <a:gd name="connsiteY1" fmla="*/ 31276 h 1865037"/>
                <a:gd name="connsiteX2" fmla="*/ 1292455 w 1392946"/>
                <a:gd name="connsiteY2" fmla="*/ 520226 h 1865037"/>
                <a:gd name="connsiteX3" fmla="*/ 1222605 w 1392946"/>
                <a:gd name="connsiteY3" fmla="*/ 964726 h 1865037"/>
                <a:gd name="connsiteX4" fmla="*/ 1221935 w 1392946"/>
                <a:gd name="connsiteY4" fmla="*/ 966932 h 1865037"/>
                <a:gd name="connsiteX5" fmla="*/ 1228637 w 1392946"/>
                <a:gd name="connsiteY5" fmla="*/ 996553 h 1865037"/>
                <a:gd name="connsiteX6" fmla="*/ 1276709 w 1392946"/>
                <a:gd name="connsiteY6" fmla="*/ 1344811 h 1865037"/>
                <a:gd name="connsiteX7" fmla="*/ 1371959 w 1392946"/>
                <a:gd name="connsiteY7" fmla="*/ 1833761 h 1865037"/>
                <a:gd name="connsiteX8" fmla="*/ 1105259 w 1392946"/>
                <a:gd name="connsiteY8" fmla="*/ 1789311 h 1865037"/>
                <a:gd name="connsiteX9" fmla="*/ 800459 w 1392946"/>
                <a:gd name="connsiteY9" fmla="*/ 1573411 h 1865037"/>
                <a:gd name="connsiteX10" fmla="*/ 305159 w 1392946"/>
                <a:gd name="connsiteY10" fmla="*/ 1205111 h 1865037"/>
                <a:gd name="connsiteX11" fmla="*/ 359 w 1392946"/>
                <a:gd name="connsiteY11" fmla="*/ 932061 h 1865037"/>
                <a:gd name="connsiteX12" fmla="*/ 19657 w 1392946"/>
                <a:gd name="connsiteY12" fmla="*/ 895450 h 1865037"/>
                <a:gd name="connsiteX13" fmla="*/ 43363 w 1392946"/>
                <a:gd name="connsiteY13" fmla="*/ 884823 h 1865037"/>
                <a:gd name="connsiteX14" fmla="*/ 48550 w 1392946"/>
                <a:gd name="connsiteY14" fmla="*/ 878108 h 1865037"/>
                <a:gd name="connsiteX15" fmla="*/ 320905 w 1392946"/>
                <a:gd name="connsiteY15" fmla="*/ 659926 h 1865037"/>
                <a:gd name="connsiteX16" fmla="*/ 816205 w 1392946"/>
                <a:gd name="connsiteY16" fmla="*/ 291626 h 1865037"/>
                <a:gd name="connsiteX17" fmla="*/ 1121005 w 1392946"/>
                <a:gd name="connsiteY17" fmla="*/ 75726 h 1865037"/>
                <a:gd name="connsiteX18" fmla="*/ 1347373 w 1392946"/>
                <a:gd name="connsiteY18" fmla="*/ 866 h 186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92946" h="1865037">
                  <a:moveTo>
                    <a:pt x="1347373" y="866"/>
                  </a:moveTo>
                  <a:cubicBezTo>
                    <a:pt x="1366274" y="3561"/>
                    <a:pt x="1380561" y="12755"/>
                    <a:pt x="1387705" y="31276"/>
                  </a:cubicBezTo>
                  <a:cubicBezTo>
                    <a:pt x="1416280" y="105359"/>
                    <a:pt x="1319972" y="364651"/>
                    <a:pt x="1292455" y="520226"/>
                  </a:cubicBezTo>
                  <a:cubicBezTo>
                    <a:pt x="1264938" y="675801"/>
                    <a:pt x="1257530" y="849368"/>
                    <a:pt x="1222605" y="964726"/>
                  </a:cubicBezTo>
                  <a:lnTo>
                    <a:pt x="1221935" y="966932"/>
                  </a:lnTo>
                  <a:lnTo>
                    <a:pt x="1228637" y="996553"/>
                  </a:lnTo>
                  <a:cubicBezTo>
                    <a:pt x="1246745" y="1101328"/>
                    <a:pt x="1256071" y="1228130"/>
                    <a:pt x="1276709" y="1344811"/>
                  </a:cubicBezTo>
                  <a:cubicBezTo>
                    <a:pt x="1304226" y="1500386"/>
                    <a:pt x="1400534" y="1759678"/>
                    <a:pt x="1371959" y="1833761"/>
                  </a:cubicBezTo>
                  <a:cubicBezTo>
                    <a:pt x="1343384" y="1907844"/>
                    <a:pt x="1200509" y="1832703"/>
                    <a:pt x="1105259" y="1789311"/>
                  </a:cubicBezTo>
                  <a:cubicBezTo>
                    <a:pt x="1010009" y="1745919"/>
                    <a:pt x="933809" y="1670778"/>
                    <a:pt x="800459" y="1573411"/>
                  </a:cubicBezTo>
                  <a:cubicBezTo>
                    <a:pt x="667109" y="1476044"/>
                    <a:pt x="438509" y="1312003"/>
                    <a:pt x="305159" y="1205111"/>
                  </a:cubicBezTo>
                  <a:cubicBezTo>
                    <a:pt x="171809" y="1098219"/>
                    <a:pt x="8826" y="996619"/>
                    <a:pt x="359" y="932061"/>
                  </a:cubicBezTo>
                  <a:cubicBezTo>
                    <a:pt x="-1758" y="915922"/>
                    <a:pt x="5584" y="904346"/>
                    <a:pt x="19657" y="895450"/>
                  </a:cubicBezTo>
                  <a:lnTo>
                    <a:pt x="43363" y="884823"/>
                  </a:lnTo>
                  <a:lnTo>
                    <a:pt x="48550" y="878108"/>
                  </a:lnTo>
                  <a:cubicBezTo>
                    <a:pt x="104212" y="817287"/>
                    <a:pt x="220893" y="740095"/>
                    <a:pt x="320905" y="659926"/>
                  </a:cubicBezTo>
                  <a:cubicBezTo>
                    <a:pt x="454255" y="553034"/>
                    <a:pt x="682855" y="388993"/>
                    <a:pt x="816205" y="291626"/>
                  </a:cubicBezTo>
                  <a:cubicBezTo>
                    <a:pt x="949555" y="194259"/>
                    <a:pt x="1025755" y="119118"/>
                    <a:pt x="1121005" y="75726"/>
                  </a:cubicBezTo>
                  <a:cubicBezTo>
                    <a:pt x="1192443" y="43182"/>
                    <a:pt x="1290669" y="-7221"/>
                    <a:pt x="1347373" y="866"/>
                  </a:cubicBezTo>
                  <a:close/>
                </a:path>
              </a:pathLst>
            </a:custGeom>
            <a:solidFill>
              <a:srgbClr val="3F3F3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43D0E5DA-50D0-49FA-88F4-590C4A4BE86B}"/>
                </a:ext>
              </a:extLst>
            </p:cNvPr>
            <p:cNvSpPr/>
            <p:nvPr/>
          </p:nvSpPr>
          <p:spPr>
            <a:xfrm>
              <a:off x="4868641" y="1141241"/>
              <a:ext cx="956118" cy="790423"/>
            </a:xfrm>
            <a:custGeom>
              <a:avLst/>
              <a:gdLst>
                <a:gd name="connsiteX0" fmla="*/ 3535 w 956366"/>
                <a:gd name="connsiteY0" fmla="*/ 711250 h 787269"/>
                <a:gd name="connsiteX1" fmla="*/ 467085 w 956366"/>
                <a:gd name="connsiteY1" fmla="*/ 12750 h 787269"/>
                <a:gd name="connsiteX2" fmla="*/ 644885 w 956366"/>
                <a:gd name="connsiteY2" fmla="*/ 285800 h 787269"/>
                <a:gd name="connsiteX3" fmla="*/ 956035 w 956366"/>
                <a:gd name="connsiteY3" fmla="*/ 616000 h 787269"/>
                <a:gd name="connsiteX4" fmla="*/ 695685 w 956366"/>
                <a:gd name="connsiteY4" fmla="*/ 774750 h 787269"/>
                <a:gd name="connsiteX5" fmla="*/ 276585 w 956366"/>
                <a:gd name="connsiteY5" fmla="*/ 768400 h 787269"/>
                <a:gd name="connsiteX6" fmla="*/ 3535 w 956366"/>
                <a:gd name="connsiteY6" fmla="*/ 711250 h 787269"/>
                <a:gd name="connsiteX0" fmla="*/ 3535 w 956118"/>
                <a:gd name="connsiteY0" fmla="*/ 714404 h 790423"/>
                <a:gd name="connsiteX1" fmla="*/ 467085 w 956118"/>
                <a:gd name="connsiteY1" fmla="*/ 15904 h 790423"/>
                <a:gd name="connsiteX2" fmla="*/ 721085 w 956118"/>
                <a:gd name="connsiteY2" fmla="*/ 257204 h 790423"/>
                <a:gd name="connsiteX3" fmla="*/ 956035 w 956118"/>
                <a:gd name="connsiteY3" fmla="*/ 619154 h 790423"/>
                <a:gd name="connsiteX4" fmla="*/ 695685 w 956118"/>
                <a:gd name="connsiteY4" fmla="*/ 777904 h 790423"/>
                <a:gd name="connsiteX5" fmla="*/ 276585 w 956118"/>
                <a:gd name="connsiteY5" fmla="*/ 771554 h 790423"/>
                <a:gd name="connsiteX6" fmla="*/ 3535 w 956118"/>
                <a:gd name="connsiteY6" fmla="*/ 714404 h 79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118" h="790423">
                  <a:moveTo>
                    <a:pt x="3535" y="714404"/>
                  </a:moveTo>
                  <a:cubicBezTo>
                    <a:pt x="35285" y="588462"/>
                    <a:pt x="347493" y="92104"/>
                    <a:pt x="467085" y="15904"/>
                  </a:cubicBezTo>
                  <a:cubicBezTo>
                    <a:pt x="586677" y="-60296"/>
                    <a:pt x="639593" y="156662"/>
                    <a:pt x="721085" y="257204"/>
                  </a:cubicBezTo>
                  <a:cubicBezTo>
                    <a:pt x="802577" y="357746"/>
                    <a:pt x="960268" y="532371"/>
                    <a:pt x="956035" y="619154"/>
                  </a:cubicBezTo>
                  <a:cubicBezTo>
                    <a:pt x="951802" y="705937"/>
                    <a:pt x="808927" y="752504"/>
                    <a:pt x="695685" y="777904"/>
                  </a:cubicBezTo>
                  <a:cubicBezTo>
                    <a:pt x="582443" y="803304"/>
                    <a:pt x="391943" y="784254"/>
                    <a:pt x="276585" y="771554"/>
                  </a:cubicBezTo>
                  <a:cubicBezTo>
                    <a:pt x="161227" y="758854"/>
                    <a:pt x="-28215" y="840346"/>
                    <a:pt x="3535" y="714404"/>
                  </a:cubicBezTo>
                  <a:close/>
                </a:path>
              </a:pathLst>
            </a:custGeom>
            <a:solidFill>
              <a:srgbClr val="3F3F3F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12F0897D-8615-430A-982D-4C7D41080074}"/>
                </a:ext>
              </a:extLst>
            </p:cNvPr>
            <p:cNvSpPr/>
            <p:nvPr/>
          </p:nvSpPr>
          <p:spPr>
            <a:xfrm>
              <a:off x="6132132" y="3006497"/>
              <a:ext cx="1348595" cy="670173"/>
            </a:xfrm>
            <a:custGeom>
              <a:avLst/>
              <a:gdLst>
                <a:gd name="connsiteX0" fmla="*/ 55974 w 1205751"/>
                <a:gd name="connsiteY0" fmla="*/ 320903 h 670173"/>
                <a:gd name="connsiteX1" fmla="*/ 125824 w 1205751"/>
                <a:gd name="connsiteY1" fmla="*/ 390753 h 670173"/>
                <a:gd name="connsiteX2" fmla="*/ 443324 w 1205751"/>
                <a:gd name="connsiteY2" fmla="*/ 670153 h 670173"/>
                <a:gd name="connsiteX3" fmla="*/ 900524 w 1205751"/>
                <a:gd name="connsiteY3" fmla="*/ 403453 h 670173"/>
                <a:gd name="connsiteX4" fmla="*/ 1205324 w 1205751"/>
                <a:gd name="connsiteY4" fmla="*/ 54203 h 670173"/>
                <a:gd name="connsiteX5" fmla="*/ 837024 w 1205751"/>
                <a:gd name="connsiteY5" fmla="*/ 9753 h 670173"/>
                <a:gd name="connsiteX6" fmla="*/ 322674 w 1205751"/>
                <a:gd name="connsiteY6" fmla="*/ 143103 h 670173"/>
                <a:gd name="connsiteX7" fmla="*/ 11524 w 1205751"/>
                <a:gd name="connsiteY7" fmla="*/ 257403 h 670173"/>
                <a:gd name="connsiteX8" fmla="*/ 55974 w 1205751"/>
                <a:gd name="connsiteY8" fmla="*/ 320903 h 670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5751" h="670173">
                  <a:moveTo>
                    <a:pt x="55974" y="320903"/>
                  </a:moveTo>
                  <a:cubicBezTo>
                    <a:pt x="75024" y="343128"/>
                    <a:pt x="61266" y="332545"/>
                    <a:pt x="125824" y="390753"/>
                  </a:cubicBezTo>
                  <a:cubicBezTo>
                    <a:pt x="190382" y="448961"/>
                    <a:pt x="314207" y="668036"/>
                    <a:pt x="443324" y="670153"/>
                  </a:cubicBezTo>
                  <a:cubicBezTo>
                    <a:pt x="572441" y="672270"/>
                    <a:pt x="773524" y="506111"/>
                    <a:pt x="900524" y="403453"/>
                  </a:cubicBezTo>
                  <a:cubicBezTo>
                    <a:pt x="1027524" y="300795"/>
                    <a:pt x="1215907" y="119820"/>
                    <a:pt x="1205324" y="54203"/>
                  </a:cubicBezTo>
                  <a:cubicBezTo>
                    <a:pt x="1194741" y="-11414"/>
                    <a:pt x="984132" y="-5064"/>
                    <a:pt x="837024" y="9753"/>
                  </a:cubicBezTo>
                  <a:cubicBezTo>
                    <a:pt x="689916" y="24570"/>
                    <a:pt x="460257" y="101828"/>
                    <a:pt x="322674" y="143103"/>
                  </a:cubicBezTo>
                  <a:cubicBezTo>
                    <a:pt x="185091" y="184378"/>
                    <a:pt x="48566" y="229886"/>
                    <a:pt x="11524" y="257403"/>
                  </a:cubicBezTo>
                  <a:cubicBezTo>
                    <a:pt x="-25518" y="284920"/>
                    <a:pt x="36924" y="298678"/>
                    <a:pt x="55974" y="320903"/>
                  </a:cubicBezTo>
                  <a:close/>
                </a:path>
              </a:pathLst>
            </a:custGeom>
            <a:gradFill>
              <a:gsLst>
                <a:gs pos="27000">
                  <a:srgbClr val="EFF0F1"/>
                </a:gs>
                <a:gs pos="86000">
                  <a:srgbClr val="737373"/>
                </a:gs>
              </a:gsLst>
              <a:lin ang="1380000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387AF614-9654-4D4D-9262-7E7BF4C6B758}"/>
                </a:ext>
              </a:extLst>
            </p:cNvPr>
            <p:cNvSpPr/>
            <p:nvPr/>
          </p:nvSpPr>
          <p:spPr>
            <a:xfrm>
              <a:off x="1836841" y="1766577"/>
              <a:ext cx="6537941" cy="1649722"/>
            </a:xfrm>
            <a:custGeom>
              <a:avLst/>
              <a:gdLst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153257 w 6582558"/>
                <a:gd name="connsiteY18" fmla="*/ 1036154 h 1649722"/>
                <a:gd name="connsiteX19" fmla="*/ 246126 w 6582558"/>
                <a:gd name="connsiteY19" fmla="*/ 1045679 h 1649722"/>
                <a:gd name="connsiteX20" fmla="*/ 381857 w 6582558"/>
                <a:gd name="connsiteY20" fmla="*/ 1086161 h 1649722"/>
                <a:gd name="connsiteX21" fmla="*/ 524732 w 6582558"/>
                <a:gd name="connsiteY21" fmla="*/ 1198079 h 1649722"/>
                <a:gd name="connsiteX22" fmla="*/ 634270 w 6582558"/>
                <a:gd name="connsiteY22" fmla="*/ 1288567 h 1649722"/>
                <a:gd name="connsiteX23" fmla="*/ 505682 w 6582558"/>
                <a:gd name="connsiteY23" fmla="*/ 1176648 h 1649722"/>
                <a:gd name="connsiteX24" fmla="*/ 412814 w 6582558"/>
                <a:gd name="connsiteY24" fmla="*/ 1098067 h 1649722"/>
                <a:gd name="connsiteX25" fmla="*/ 267557 w 6582558"/>
                <a:gd name="connsiteY25" fmla="*/ 1040917 h 1649722"/>
                <a:gd name="connsiteX26" fmla="*/ 150876 w 6582558"/>
                <a:gd name="connsiteY26" fmla="*/ 1021867 h 1649722"/>
                <a:gd name="connsiteX27" fmla="*/ 128067 w 6582558"/>
                <a:gd name="connsiteY27" fmla="*/ 1019161 h 1649722"/>
                <a:gd name="connsiteX28" fmla="*/ 116558 w 6582558"/>
                <a:gd name="connsiteY28" fmla="*/ 1012718 h 1649722"/>
                <a:gd name="connsiteX29" fmla="*/ 21494 w 6582558"/>
                <a:gd name="connsiteY29" fmla="*/ 968684 h 1649722"/>
                <a:gd name="connsiteX30" fmla="*/ 42925 w 6582558"/>
                <a:gd name="connsiteY30" fmla="*/ 849622 h 1649722"/>
                <a:gd name="connsiteX31" fmla="*/ 430275 w 6582558"/>
                <a:gd name="connsiteY31" fmla="*/ 633722 h 1649722"/>
                <a:gd name="connsiteX32" fmla="*/ 1173225 w 6582558"/>
                <a:gd name="connsiteY32" fmla="*/ 367022 h 1649722"/>
                <a:gd name="connsiteX33" fmla="*/ 1992375 w 6582558"/>
                <a:gd name="connsiteY33" fmla="*/ 113022 h 1649722"/>
                <a:gd name="connsiteX34" fmla="*/ 2921361 w 6582558"/>
                <a:gd name="connsiteY34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153257 w 6582558"/>
                <a:gd name="connsiteY18" fmla="*/ 1036154 h 1649722"/>
                <a:gd name="connsiteX19" fmla="*/ 246126 w 6582558"/>
                <a:gd name="connsiteY19" fmla="*/ 1045679 h 1649722"/>
                <a:gd name="connsiteX20" fmla="*/ 381857 w 6582558"/>
                <a:gd name="connsiteY20" fmla="*/ 1086161 h 1649722"/>
                <a:gd name="connsiteX21" fmla="*/ 524732 w 6582558"/>
                <a:gd name="connsiteY21" fmla="*/ 1198079 h 1649722"/>
                <a:gd name="connsiteX22" fmla="*/ 634270 w 6582558"/>
                <a:gd name="connsiteY22" fmla="*/ 1288567 h 1649722"/>
                <a:gd name="connsiteX23" fmla="*/ 505682 w 6582558"/>
                <a:gd name="connsiteY23" fmla="*/ 1176648 h 1649722"/>
                <a:gd name="connsiteX24" fmla="*/ 412814 w 6582558"/>
                <a:gd name="connsiteY24" fmla="*/ 1098067 h 1649722"/>
                <a:gd name="connsiteX25" fmla="*/ 267557 w 6582558"/>
                <a:gd name="connsiteY25" fmla="*/ 1040917 h 1649722"/>
                <a:gd name="connsiteX26" fmla="*/ 128067 w 6582558"/>
                <a:gd name="connsiteY26" fmla="*/ 1019161 h 1649722"/>
                <a:gd name="connsiteX27" fmla="*/ 116558 w 6582558"/>
                <a:gd name="connsiteY27" fmla="*/ 1012718 h 1649722"/>
                <a:gd name="connsiteX28" fmla="*/ 21494 w 6582558"/>
                <a:gd name="connsiteY28" fmla="*/ 968684 h 1649722"/>
                <a:gd name="connsiteX29" fmla="*/ 42925 w 6582558"/>
                <a:gd name="connsiteY29" fmla="*/ 849622 h 1649722"/>
                <a:gd name="connsiteX30" fmla="*/ 430275 w 6582558"/>
                <a:gd name="connsiteY30" fmla="*/ 633722 h 1649722"/>
                <a:gd name="connsiteX31" fmla="*/ 1173225 w 6582558"/>
                <a:gd name="connsiteY31" fmla="*/ 367022 h 1649722"/>
                <a:gd name="connsiteX32" fmla="*/ 1992375 w 6582558"/>
                <a:gd name="connsiteY32" fmla="*/ 113022 h 1649722"/>
                <a:gd name="connsiteX33" fmla="*/ 2921361 w 6582558"/>
                <a:gd name="connsiteY33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246126 w 6582558"/>
                <a:gd name="connsiteY18" fmla="*/ 1045679 h 1649722"/>
                <a:gd name="connsiteX19" fmla="*/ 381857 w 6582558"/>
                <a:gd name="connsiteY19" fmla="*/ 1086161 h 1649722"/>
                <a:gd name="connsiteX20" fmla="*/ 524732 w 6582558"/>
                <a:gd name="connsiteY20" fmla="*/ 1198079 h 1649722"/>
                <a:gd name="connsiteX21" fmla="*/ 634270 w 6582558"/>
                <a:gd name="connsiteY21" fmla="*/ 1288567 h 1649722"/>
                <a:gd name="connsiteX22" fmla="*/ 505682 w 6582558"/>
                <a:gd name="connsiteY22" fmla="*/ 1176648 h 1649722"/>
                <a:gd name="connsiteX23" fmla="*/ 412814 w 6582558"/>
                <a:gd name="connsiteY23" fmla="*/ 1098067 h 1649722"/>
                <a:gd name="connsiteX24" fmla="*/ 267557 w 6582558"/>
                <a:gd name="connsiteY24" fmla="*/ 1040917 h 1649722"/>
                <a:gd name="connsiteX25" fmla="*/ 128067 w 6582558"/>
                <a:gd name="connsiteY25" fmla="*/ 1019161 h 1649722"/>
                <a:gd name="connsiteX26" fmla="*/ 116558 w 6582558"/>
                <a:gd name="connsiteY26" fmla="*/ 1012718 h 1649722"/>
                <a:gd name="connsiteX27" fmla="*/ 21494 w 6582558"/>
                <a:gd name="connsiteY27" fmla="*/ 968684 h 1649722"/>
                <a:gd name="connsiteX28" fmla="*/ 42925 w 6582558"/>
                <a:gd name="connsiteY28" fmla="*/ 849622 h 1649722"/>
                <a:gd name="connsiteX29" fmla="*/ 430275 w 6582558"/>
                <a:gd name="connsiteY29" fmla="*/ 633722 h 1649722"/>
                <a:gd name="connsiteX30" fmla="*/ 1173225 w 6582558"/>
                <a:gd name="connsiteY30" fmla="*/ 367022 h 1649722"/>
                <a:gd name="connsiteX31" fmla="*/ 1992375 w 6582558"/>
                <a:gd name="connsiteY31" fmla="*/ 113022 h 1649722"/>
                <a:gd name="connsiteX32" fmla="*/ 2921361 w 6582558"/>
                <a:gd name="connsiteY32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246126 w 6582558"/>
                <a:gd name="connsiteY17" fmla="*/ 1045679 h 1649722"/>
                <a:gd name="connsiteX18" fmla="*/ 381857 w 6582558"/>
                <a:gd name="connsiteY18" fmla="*/ 1086161 h 1649722"/>
                <a:gd name="connsiteX19" fmla="*/ 524732 w 6582558"/>
                <a:gd name="connsiteY19" fmla="*/ 1198079 h 1649722"/>
                <a:gd name="connsiteX20" fmla="*/ 634270 w 6582558"/>
                <a:gd name="connsiteY20" fmla="*/ 1288567 h 1649722"/>
                <a:gd name="connsiteX21" fmla="*/ 505682 w 6582558"/>
                <a:gd name="connsiteY21" fmla="*/ 1176648 h 1649722"/>
                <a:gd name="connsiteX22" fmla="*/ 412814 w 6582558"/>
                <a:gd name="connsiteY22" fmla="*/ 1098067 h 1649722"/>
                <a:gd name="connsiteX23" fmla="*/ 267557 w 6582558"/>
                <a:gd name="connsiteY23" fmla="*/ 1040917 h 1649722"/>
                <a:gd name="connsiteX24" fmla="*/ 128067 w 6582558"/>
                <a:gd name="connsiteY24" fmla="*/ 1019161 h 1649722"/>
                <a:gd name="connsiteX25" fmla="*/ 116558 w 6582558"/>
                <a:gd name="connsiteY25" fmla="*/ 1012718 h 1649722"/>
                <a:gd name="connsiteX26" fmla="*/ 21494 w 6582558"/>
                <a:gd name="connsiteY26" fmla="*/ 968684 h 1649722"/>
                <a:gd name="connsiteX27" fmla="*/ 42925 w 6582558"/>
                <a:gd name="connsiteY27" fmla="*/ 849622 h 1649722"/>
                <a:gd name="connsiteX28" fmla="*/ 430275 w 6582558"/>
                <a:gd name="connsiteY28" fmla="*/ 633722 h 1649722"/>
                <a:gd name="connsiteX29" fmla="*/ 1173225 w 6582558"/>
                <a:gd name="connsiteY29" fmla="*/ 367022 h 1649722"/>
                <a:gd name="connsiteX30" fmla="*/ 1992375 w 6582558"/>
                <a:gd name="connsiteY30" fmla="*/ 113022 h 1649722"/>
                <a:gd name="connsiteX31" fmla="*/ 2921361 w 6582558"/>
                <a:gd name="connsiteY31" fmla="*/ 1103 h 1649722"/>
                <a:gd name="connsiteX0" fmla="*/ 2909914 w 6571111"/>
                <a:gd name="connsiteY0" fmla="*/ 1103 h 1649722"/>
                <a:gd name="connsiteX1" fmla="*/ 3250928 w 6571111"/>
                <a:gd name="connsiteY1" fmla="*/ 11422 h 1649722"/>
                <a:gd name="connsiteX2" fmla="*/ 4705078 w 6571111"/>
                <a:gd name="connsiteY2" fmla="*/ 367022 h 1649722"/>
                <a:gd name="connsiteX3" fmla="*/ 5441678 w 6571111"/>
                <a:gd name="connsiteY3" fmla="*/ 557522 h 1649722"/>
                <a:gd name="connsiteX4" fmla="*/ 5962378 w 6571111"/>
                <a:gd name="connsiteY4" fmla="*/ 646422 h 1649722"/>
                <a:gd name="connsiteX5" fmla="*/ 6311628 w 6571111"/>
                <a:gd name="connsiteY5" fmla="*/ 551172 h 1649722"/>
                <a:gd name="connsiteX6" fmla="*/ 6552928 w 6571111"/>
                <a:gd name="connsiteY6" fmla="*/ 665472 h 1649722"/>
                <a:gd name="connsiteX7" fmla="*/ 6521178 w 6571111"/>
                <a:gd name="connsiteY7" fmla="*/ 1243322 h 1649722"/>
                <a:gd name="connsiteX8" fmla="*/ 6260828 w 6571111"/>
                <a:gd name="connsiteY8" fmla="*/ 1262372 h 1649722"/>
                <a:gd name="connsiteX9" fmla="*/ 5841728 w 6571111"/>
                <a:gd name="connsiteY9" fmla="*/ 1154422 h 1649722"/>
                <a:gd name="connsiteX10" fmla="*/ 5194028 w 6571111"/>
                <a:gd name="connsiteY10" fmla="*/ 1325872 h 1649722"/>
                <a:gd name="connsiteX11" fmla="*/ 4393928 w 6571111"/>
                <a:gd name="connsiteY11" fmla="*/ 1605272 h 1649722"/>
                <a:gd name="connsiteX12" fmla="*/ 3301728 w 6571111"/>
                <a:gd name="connsiteY12" fmla="*/ 1649722 h 1649722"/>
                <a:gd name="connsiteX13" fmla="*/ 2031728 w 6571111"/>
                <a:gd name="connsiteY13" fmla="*/ 1630672 h 1649722"/>
                <a:gd name="connsiteX14" fmla="*/ 863328 w 6571111"/>
                <a:gd name="connsiteY14" fmla="*/ 1433822 h 1649722"/>
                <a:gd name="connsiteX15" fmla="*/ 217215 w 6571111"/>
                <a:gd name="connsiteY15" fmla="*/ 1145691 h 1649722"/>
                <a:gd name="connsiteX16" fmla="*/ 147118 w 6571111"/>
                <a:gd name="connsiteY16" fmla="*/ 1051575 h 1649722"/>
                <a:gd name="connsiteX17" fmla="*/ 234679 w 6571111"/>
                <a:gd name="connsiteY17" fmla="*/ 1045679 h 1649722"/>
                <a:gd name="connsiteX18" fmla="*/ 370410 w 6571111"/>
                <a:gd name="connsiteY18" fmla="*/ 1086161 h 1649722"/>
                <a:gd name="connsiteX19" fmla="*/ 513285 w 6571111"/>
                <a:gd name="connsiteY19" fmla="*/ 1198079 h 1649722"/>
                <a:gd name="connsiteX20" fmla="*/ 622823 w 6571111"/>
                <a:gd name="connsiteY20" fmla="*/ 1288567 h 1649722"/>
                <a:gd name="connsiteX21" fmla="*/ 494235 w 6571111"/>
                <a:gd name="connsiteY21" fmla="*/ 1176648 h 1649722"/>
                <a:gd name="connsiteX22" fmla="*/ 401367 w 6571111"/>
                <a:gd name="connsiteY22" fmla="*/ 1098067 h 1649722"/>
                <a:gd name="connsiteX23" fmla="*/ 256110 w 6571111"/>
                <a:gd name="connsiteY23" fmla="*/ 1040917 h 1649722"/>
                <a:gd name="connsiteX24" fmla="*/ 116620 w 6571111"/>
                <a:gd name="connsiteY24" fmla="*/ 1019161 h 1649722"/>
                <a:gd name="connsiteX25" fmla="*/ 105111 w 6571111"/>
                <a:gd name="connsiteY25" fmla="*/ 1012718 h 1649722"/>
                <a:gd name="connsiteX26" fmla="*/ 35447 w 6571111"/>
                <a:gd name="connsiteY26" fmla="*/ 965509 h 1649722"/>
                <a:gd name="connsiteX27" fmla="*/ 31478 w 6571111"/>
                <a:gd name="connsiteY27" fmla="*/ 849622 h 1649722"/>
                <a:gd name="connsiteX28" fmla="*/ 418828 w 6571111"/>
                <a:gd name="connsiteY28" fmla="*/ 633722 h 1649722"/>
                <a:gd name="connsiteX29" fmla="*/ 1161778 w 6571111"/>
                <a:gd name="connsiteY29" fmla="*/ 367022 h 1649722"/>
                <a:gd name="connsiteX30" fmla="*/ 1980928 w 6571111"/>
                <a:gd name="connsiteY30" fmla="*/ 113022 h 1649722"/>
                <a:gd name="connsiteX31" fmla="*/ 2909914 w 6571111"/>
                <a:gd name="connsiteY31" fmla="*/ 1103 h 1649722"/>
                <a:gd name="connsiteX0" fmla="*/ 2874514 w 6535711"/>
                <a:gd name="connsiteY0" fmla="*/ 1103 h 1649722"/>
                <a:gd name="connsiteX1" fmla="*/ 3215528 w 6535711"/>
                <a:gd name="connsiteY1" fmla="*/ 11422 h 1649722"/>
                <a:gd name="connsiteX2" fmla="*/ 4669678 w 6535711"/>
                <a:gd name="connsiteY2" fmla="*/ 367022 h 1649722"/>
                <a:gd name="connsiteX3" fmla="*/ 5406278 w 6535711"/>
                <a:gd name="connsiteY3" fmla="*/ 557522 h 1649722"/>
                <a:gd name="connsiteX4" fmla="*/ 5926978 w 6535711"/>
                <a:gd name="connsiteY4" fmla="*/ 646422 h 1649722"/>
                <a:gd name="connsiteX5" fmla="*/ 6276228 w 6535711"/>
                <a:gd name="connsiteY5" fmla="*/ 551172 h 1649722"/>
                <a:gd name="connsiteX6" fmla="*/ 6517528 w 6535711"/>
                <a:gd name="connsiteY6" fmla="*/ 665472 h 1649722"/>
                <a:gd name="connsiteX7" fmla="*/ 6485778 w 6535711"/>
                <a:gd name="connsiteY7" fmla="*/ 1243322 h 1649722"/>
                <a:gd name="connsiteX8" fmla="*/ 6225428 w 6535711"/>
                <a:gd name="connsiteY8" fmla="*/ 1262372 h 1649722"/>
                <a:gd name="connsiteX9" fmla="*/ 5806328 w 6535711"/>
                <a:gd name="connsiteY9" fmla="*/ 1154422 h 1649722"/>
                <a:gd name="connsiteX10" fmla="*/ 5158628 w 6535711"/>
                <a:gd name="connsiteY10" fmla="*/ 1325872 h 1649722"/>
                <a:gd name="connsiteX11" fmla="*/ 4358528 w 6535711"/>
                <a:gd name="connsiteY11" fmla="*/ 1605272 h 1649722"/>
                <a:gd name="connsiteX12" fmla="*/ 3266328 w 6535711"/>
                <a:gd name="connsiteY12" fmla="*/ 1649722 h 1649722"/>
                <a:gd name="connsiteX13" fmla="*/ 1996328 w 6535711"/>
                <a:gd name="connsiteY13" fmla="*/ 1630672 h 1649722"/>
                <a:gd name="connsiteX14" fmla="*/ 827928 w 6535711"/>
                <a:gd name="connsiteY14" fmla="*/ 1433822 h 1649722"/>
                <a:gd name="connsiteX15" fmla="*/ 181815 w 6535711"/>
                <a:gd name="connsiteY15" fmla="*/ 1145691 h 1649722"/>
                <a:gd name="connsiteX16" fmla="*/ 111718 w 6535711"/>
                <a:gd name="connsiteY16" fmla="*/ 1051575 h 1649722"/>
                <a:gd name="connsiteX17" fmla="*/ 199279 w 6535711"/>
                <a:gd name="connsiteY17" fmla="*/ 1045679 h 1649722"/>
                <a:gd name="connsiteX18" fmla="*/ 335010 w 6535711"/>
                <a:gd name="connsiteY18" fmla="*/ 1086161 h 1649722"/>
                <a:gd name="connsiteX19" fmla="*/ 477885 w 6535711"/>
                <a:gd name="connsiteY19" fmla="*/ 1198079 h 1649722"/>
                <a:gd name="connsiteX20" fmla="*/ 587423 w 6535711"/>
                <a:gd name="connsiteY20" fmla="*/ 1288567 h 1649722"/>
                <a:gd name="connsiteX21" fmla="*/ 458835 w 6535711"/>
                <a:gd name="connsiteY21" fmla="*/ 1176648 h 1649722"/>
                <a:gd name="connsiteX22" fmla="*/ 365967 w 6535711"/>
                <a:gd name="connsiteY22" fmla="*/ 1098067 h 1649722"/>
                <a:gd name="connsiteX23" fmla="*/ 220710 w 6535711"/>
                <a:gd name="connsiteY23" fmla="*/ 1040917 h 1649722"/>
                <a:gd name="connsiteX24" fmla="*/ 81220 w 6535711"/>
                <a:gd name="connsiteY24" fmla="*/ 1019161 h 1649722"/>
                <a:gd name="connsiteX25" fmla="*/ 69711 w 6535711"/>
                <a:gd name="connsiteY25" fmla="*/ 1012718 h 1649722"/>
                <a:gd name="connsiteX26" fmla="*/ 47 w 6535711"/>
                <a:gd name="connsiteY26" fmla="*/ 965509 h 1649722"/>
                <a:gd name="connsiteX27" fmla="*/ 78628 w 6535711"/>
                <a:gd name="connsiteY27" fmla="*/ 811522 h 1649722"/>
                <a:gd name="connsiteX28" fmla="*/ 383428 w 6535711"/>
                <a:gd name="connsiteY28" fmla="*/ 633722 h 1649722"/>
                <a:gd name="connsiteX29" fmla="*/ 1126378 w 6535711"/>
                <a:gd name="connsiteY29" fmla="*/ 367022 h 1649722"/>
                <a:gd name="connsiteX30" fmla="*/ 1945528 w 6535711"/>
                <a:gd name="connsiteY30" fmla="*/ 113022 h 1649722"/>
                <a:gd name="connsiteX31" fmla="*/ 2874514 w 6535711"/>
                <a:gd name="connsiteY31" fmla="*/ 1103 h 1649722"/>
                <a:gd name="connsiteX0" fmla="*/ 2876744 w 6537941"/>
                <a:gd name="connsiteY0" fmla="*/ 1103 h 1649722"/>
                <a:gd name="connsiteX1" fmla="*/ 3217758 w 6537941"/>
                <a:gd name="connsiteY1" fmla="*/ 11422 h 1649722"/>
                <a:gd name="connsiteX2" fmla="*/ 4671908 w 6537941"/>
                <a:gd name="connsiteY2" fmla="*/ 367022 h 1649722"/>
                <a:gd name="connsiteX3" fmla="*/ 5408508 w 6537941"/>
                <a:gd name="connsiteY3" fmla="*/ 557522 h 1649722"/>
                <a:gd name="connsiteX4" fmla="*/ 5929208 w 6537941"/>
                <a:gd name="connsiteY4" fmla="*/ 646422 h 1649722"/>
                <a:gd name="connsiteX5" fmla="*/ 6278458 w 6537941"/>
                <a:gd name="connsiteY5" fmla="*/ 551172 h 1649722"/>
                <a:gd name="connsiteX6" fmla="*/ 6519758 w 6537941"/>
                <a:gd name="connsiteY6" fmla="*/ 665472 h 1649722"/>
                <a:gd name="connsiteX7" fmla="*/ 6488008 w 6537941"/>
                <a:gd name="connsiteY7" fmla="*/ 1243322 h 1649722"/>
                <a:gd name="connsiteX8" fmla="*/ 6227658 w 6537941"/>
                <a:gd name="connsiteY8" fmla="*/ 1262372 h 1649722"/>
                <a:gd name="connsiteX9" fmla="*/ 5808558 w 6537941"/>
                <a:gd name="connsiteY9" fmla="*/ 1154422 h 1649722"/>
                <a:gd name="connsiteX10" fmla="*/ 5160858 w 6537941"/>
                <a:gd name="connsiteY10" fmla="*/ 1325872 h 1649722"/>
                <a:gd name="connsiteX11" fmla="*/ 4360758 w 6537941"/>
                <a:gd name="connsiteY11" fmla="*/ 1605272 h 1649722"/>
                <a:gd name="connsiteX12" fmla="*/ 3268558 w 6537941"/>
                <a:gd name="connsiteY12" fmla="*/ 1649722 h 1649722"/>
                <a:gd name="connsiteX13" fmla="*/ 1998558 w 6537941"/>
                <a:gd name="connsiteY13" fmla="*/ 1630672 h 1649722"/>
                <a:gd name="connsiteX14" fmla="*/ 830158 w 6537941"/>
                <a:gd name="connsiteY14" fmla="*/ 1433822 h 1649722"/>
                <a:gd name="connsiteX15" fmla="*/ 184045 w 6537941"/>
                <a:gd name="connsiteY15" fmla="*/ 1145691 h 1649722"/>
                <a:gd name="connsiteX16" fmla="*/ 113948 w 6537941"/>
                <a:gd name="connsiteY16" fmla="*/ 1051575 h 1649722"/>
                <a:gd name="connsiteX17" fmla="*/ 201509 w 6537941"/>
                <a:gd name="connsiteY17" fmla="*/ 1045679 h 1649722"/>
                <a:gd name="connsiteX18" fmla="*/ 337240 w 6537941"/>
                <a:gd name="connsiteY18" fmla="*/ 1086161 h 1649722"/>
                <a:gd name="connsiteX19" fmla="*/ 480115 w 6537941"/>
                <a:gd name="connsiteY19" fmla="*/ 1198079 h 1649722"/>
                <a:gd name="connsiteX20" fmla="*/ 589653 w 6537941"/>
                <a:gd name="connsiteY20" fmla="*/ 1288567 h 1649722"/>
                <a:gd name="connsiteX21" fmla="*/ 461065 w 6537941"/>
                <a:gd name="connsiteY21" fmla="*/ 1176648 h 1649722"/>
                <a:gd name="connsiteX22" fmla="*/ 368197 w 6537941"/>
                <a:gd name="connsiteY22" fmla="*/ 1098067 h 1649722"/>
                <a:gd name="connsiteX23" fmla="*/ 222940 w 6537941"/>
                <a:gd name="connsiteY23" fmla="*/ 1040917 h 1649722"/>
                <a:gd name="connsiteX24" fmla="*/ 83450 w 6537941"/>
                <a:gd name="connsiteY24" fmla="*/ 1019161 h 1649722"/>
                <a:gd name="connsiteX25" fmla="*/ 71941 w 6537941"/>
                <a:gd name="connsiteY25" fmla="*/ 1012718 h 1649722"/>
                <a:gd name="connsiteX26" fmla="*/ 2277 w 6537941"/>
                <a:gd name="connsiteY26" fmla="*/ 965509 h 1649722"/>
                <a:gd name="connsiteX27" fmla="*/ 150708 w 6537941"/>
                <a:gd name="connsiteY27" fmla="*/ 789297 h 1649722"/>
                <a:gd name="connsiteX28" fmla="*/ 385658 w 6537941"/>
                <a:gd name="connsiteY28" fmla="*/ 633722 h 1649722"/>
                <a:gd name="connsiteX29" fmla="*/ 1128608 w 6537941"/>
                <a:gd name="connsiteY29" fmla="*/ 367022 h 1649722"/>
                <a:gd name="connsiteX30" fmla="*/ 1947758 w 6537941"/>
                <a:gd name="connsiteY30" fmla="*/ 113022 h 1649722"/>
                <a:gd name="connsiteX31" fmla="*/ 2876744 w 6537941"/>
                <a:gd name="connsiteY31" fmla="*/ 1103 h 1649722"/>
                <a:gd name="connsiteX0" fmla="*/ 2876744 w 6537941"/>
                <a:gd name="connsiteY0" fmla="*/ 1103 h 1649722"/>
                <a:gd name="connsiteX1" fmla="*/ 3217758 w 6537941"/>
                <a:gd name="connsiteY1" fmla="*/ 11422 h 1649722"/>
                <a:gd name="connsiteX2" fmla="*/ 4671908 w 6537941"/>
                <a:gd name="connsiteY2" fmla="*/ 367022 h 1649722"/>
                <a:gd name="connsiteX3" fmla="*/ 5408508 w 6537941"/>
                <a:gd name="connsiteY3" fmla="*/ 557522 h 1649722"/>
                <a:gd name="connsiteX4" fmla="*/ 5929208 w 6537941"/>
                <a:gd name="connsiteY4" fmla="*/ 646422 h 1649722"/>
                <a:gd name="connsiteX5" fmla="*/ 6278458 w 6537941"/>
                <a:gd name="connsiteY5" fmla="*/ 551172 h 1649722"/>
                <a:gd name="connsiteX6" fmla="*/ 6519758 w 6537941"/>
                <a:gd name="connsiteY6" fmla="*/ 665472 h 1649722"/>
                <a:gd name="connsiteX7" fmla="*/ 6488008 w 6537941"/>
                <a:gd name="connsiteY7" fmla="*/ 1243322 h 1649722"/>
                <a:gd name="connsiteX8" fmla="*/ 6227658 w 6537941"/>
                <a:gd name="connsiteY8" fmla="*/ 1262372 h 1649722"/>
                <a:gd name="connsiteX9" fmla="*/ 5808558 w 6537941"/>
                <a:gd name="connsiteY9" fmla="*/ 1154422 h 1649722"/>
                <a:gd name="connsiteX10" fmla="*/ 5160858 w 6537941"/>
                <a:gd name="connsiteY10" fmla="*/ 1325872 h 1649722"/>
                <a:gd name="connsiteX11" fmla="*/ 4360758 w 6537941"/>
                <a:gd name="connsiteY11" fmla="*/ 1605272 h 1649722"/>
                <a:gd name="connsiteX12" fmla="*/ 3268558 w 6537941"/>
                <a:gd name="connsiteY12" fmla="*/ 1649722 h 1649722"/>
                <a:gd name="connsiteX13" fmla="*/ 1998558 w 6537941"/>
                <a:gd name="connsiteY13" fmla="*/ 1630672 h 1649722"/>
                <a:gd name="connsiteX14" fmla="*/ 830158 w 6537941"/>
                <a:gd name="connsiteY14" fmla="*/ 1433822 h 1649722"/>
                <a:gd name="connsiteX15" fmla="*/ 184045 w 6537941"/>
                <a:gd name="connsiteY15" fmla="*/ 1145691 h 1649722"/>
                <a:gd name="connsiteX16" fmla="*/ 113948 w 6537941"/>
                <a:gd name="connsiteY16" fmla="*/ 1051575 h 1649722"/>
                <a:gd name="connsiteX17" fmla="*/ 201509 w 6537941"/>
                <a:gd name="connsiteY17" fmla="*/ 1045679 h 1649722"/>
                <a:gd name="connsiteX18" fmla="*/ 337240 w 6537941"/>
                <a:gd name="connsiteY18" fmla="*/ 1086161 h 1649722"/>
                <a:gd name="connsiteX19" fmla="*/ 480115 w 6537941"/>
                <a:gd name="connsiteY19" fmla="*/ 1198079 h 1649722"/>
                <a:gd name="connsiteX20" fmla="*/ 589653 w 6537941"/>
                <a:gd name="connsiteY20" fmla="*/ 1288567 h 1649722"/>
                <a:gd name="connsiteX21" fmla="*/ 461065 w 6537941"/>
                <a:gd name="connsiteY21" fmla="*/ 1176648 h 1649722"/>
                <a:gd name="connsiteX22" fmla="*/ 368197 w 6537941"/>
                <a:gd name="connsiteY22" fmla="*/ 1098067 h 1649722"/>
                <a:gd name="connsiteX23" fmla="*/ 222940 w 6537941"/>
                <a:gd name="connsiteY23" fmla="*/ 1040917 h 1649722"/>
                <a:gd name="connsiteX24" fmla="*/ 83450 w 6537941"/>
                <a:gd name="connsiteY24" fmla="*/ 1019161 h 1649722"/>
                <a:gd name="connsiteX25" fmla="*/ 71941 w 6537941"/>
                <a:gd name="connsiteY25" fmla="*/ 1012718 h 1649722"/>
                <a:gd name="connsiteX26" fmla="*/ 2277 w 6537941"/>
                <a:gd name="connsiteY26" fmla="*/ 965509 h 1649722"/>
                <a:gd name="connsiteX27" fmla="*/ 150708 w 6537941"/>
                <a:gd name="connsiteY27" fmla="*/ 789297 h 1649722"/>
                <a:gd name="connsiteX28" fmla="*/ 572983 w 6537941"/>
                <a:gd name="connsiteY28" fmla="*/ 573397 h 1649722"/>
                <a:gd name="connsiteX29" fmla="*/ 1128608 w 6537941"/>
                <a:gd name="connsiteY29" fmla="*/ 367022 h 1649722"/>
                <a:gd name="connsiteX30" fmla="*/ 1947758 w 6537941"/>
                <a:gd name="connsiteY30" fmla="*/ 113022 h 1649722"/>
                <a:gd name="connsiteX31" fmla="*/ 2876744 w 6537941"/>
                <a:gd name="connsiteY31" fmla="*/ 1103 h 164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37941" h="1649722">
                  <a:moveTo>
                    <a:pt x="2876744" y="1103"/>
                  </a:moveTo>
                  <a:cubicBezTo>
                    <a:pt x="2989886" y="-1807"/>
                    <a:pt x="3104252" y="839"/>
                    <a:pt x="3217758" y="11422"/>
                  </a:cubicBezTo>
                  <a:cubicBezTo>
                    <a:pt x="3671783" y="53755"/>
                    <a:pt x="4306783" y="276005"/>
                    <a:pt x="4671908" y="367022"/>
                  </a:cubicBezTo>
                  <a:cubicBezTo>
                    <a:pt x="5037033" y="458039"/>
                    <a:pt x="5198958" y="510955"/>
                    <a:pt x="5408508" y="557522"/>
                  </a:cubicBezTo>
                  <a:cubicBezTo>
                    <a:pt x="5618058" y="604089"/>
                    <a:pt x="5784216" y="647480"/>
                    <a:pt x="5929208" y="646422"/>
                  </a:cubicBezTo>
                  <a:cubicBezTo>
                    <a:pt x="6074200" y="645364"/>
                    <a:pt x="6180033" y="547997"/>
                    <a:pt x="6278458" y="551172"/>
                  </a:cubicBezTo>
                  <a:cubicBezTo>
                    <a:pt x="6376883" y="554347"/>
                    <a:pt x="6484833" y="550114"/>
                    <a:pt x="6519758" y="665472"/>
                  </a:cubicBezTo>
                  <a:cubicBezTo>
                    <a:pt x="6554683" y="780830"/>
                    <a:pt x="6536691" y="1143839"/>
                    <a:pt x="6488008" y="1243322"/>
                  </a:cubicBezTo>
                  <a:cubicBezTo>
                    <a:pt x="6439325" y="1342805"/>
                    <a:pt x="6340900" y="1277189"/>
                    <a:pt x="6227658" y="1262372"/>
                  </a:cubicBezTo>
                  <a:cubicBezTo>
                    <a:pt x="6114416" y="1247555"/>
                    <a:pt x="5986358" y="1143839"/>
                    <a:pt x="5808558" y="1154422"/>
                  </a:cubicBezTo>
                  <a:cubicBezTo>
                    <a:pt x="5630758" y="1165005"/>
                    <a:pt x="5402158" y="1250730"/>
                    <a:pt x="5160858" y="1325872"/>
                  </a:cubicBezTo>
                  <a:cubicBezTo>
                    <a:pt x="4919558" y="1401014"/>
                    <a:pt x="4676141" y="1551297"/>
                    <a:pt x="4360758" y="1605272"/>
                  </a:cubicBezTo>
                  <a:cubicBezTo>
                    <a:pt x="4045375" y="1659247"/>
                    <a:pt x="3662258" y="1645489"/>
                    <a:pt x="3268558" y="1649722"/>
                  </a:cubicBezTo>
                  <a:lnTo>
                    <a:pt x="1998558" y="1630672"/>
                  </a:lnTo>
                  <a:cubicBezTo>
                    <a:pt x="1592158" y="1594689"/>
                    <a:pt x="1132577" y="1514652"/>
                    <a:pt x="830158" y="1433822"/>
                  </a:cubicBezTo>
                  <a:cubicBezTo>
                    <a:pt x="527739" y="1352992"/>
                    <a:pt x="305092" y="1212895"/>
                    <a:pt x="184045" y="1145691"/>
                  </a:cubicBezTo>
                  <a:cubicBezTo>
                    <a:pt x="93260" y="1095288"/>
                    <a:pt x="112980" y="1072343"/>
                    <a:pt x="113948" y="1051575"/>
                  </a:cubicBezTo>
                  <a:lnTo>
                    <a:pt x="201509" y="1045679"/>
                  </a:lnTo>
                  <a:cubicBezTo>
                    <a:pt x="239609" y="1054013"/>
                    <a:pt x="290806" y="1060761"/>
                    <a:pt x="337240" y="1086161"/>
                  </a:cubicBezTo>
                  <a:cubicBezTo>
                    <a:pt x="383674" y="1111561"/>
                    <a:pt x="480115" y="1198079"/>
                    <a:pt x="480115" y="1198079"/>
                  </a:cubicBezTo>
                  <a:cubicBezTo>
                    <a:pt x="522184" y="1231813"/>
                    <a:pt x="592828" y="1292139"/>
                    <a:pt x="589653" y="1288567"/>
                  </a:cubicBezTo>
                  <a:cubicBezTo>
                    <a:pt x="586478" y="1284995"/>
                    <a:pt x="497974" y="1208398"/>
                    <a:pt x="461065" y="1176648"/>
                  </a:cubicBezTo>
                  <a:cubicBezTo>
                    <a:pt x="424156" y="1144898"/>
                    <a:pt x="407884" y="1120689"/>
                    <a:pt x="368197" y="1098067"/>
                  </a:cubicBezTo>
                  <a:cubicBezTo>
                    <a:pt x="328510" y="1075445"/>
                    <a:pt x="270398" y="1054068"/>
                    <a:pt x="222940" y="1040917"/>
                  </a:cubicBezTo>
                  <a:cubicBezTo>
                    <a:pt x="175482" y="1027766"/>
                    <a:pt x="108616" y="1023861"/>
                    <a:pt x="83450" y="1019161"/>
                  </a:cubicBezTo>
                  <a:lnTo>
                    <a:pt x="71941" y="1012718"/>
                  </a:lnTo>
                  <a:cubicBezTo>
                    <a:pt x="35491" y="998226"/>
                    <a:pt x="-10851" y="1002746"/>
                    <a:pt x="2277" y="965509"/>
                  </a:cubicBezTo>
                  <a:cubicBezTo>
                    <a:pt x="15405" y="928272"/>
                    <a:pt x="55590" y="854649"/>
                    <a:pt x="150708" y="789297"/>
                  </a:cubicBezTo>
                  <a:cubicBezTo>
                    <a:pt x="245826" y="723945"/>
                    <a:pt x="410000" y="643776"/>
                    <a:pt x="572983" y="573397"/>
                  </a:cubicBezTo>
                  <a:cubicBezTo>
                    <a:pt x="735966" y="503018"/>
                    <a:pt x="868258" y="453805"/>
                    <a:pt x="1128608" y="367022"/>
                  </a:cubicBezTo>
                  <a:cubicBezTo>
                    <a:pt x="1388958" y="280239"/>
                    <a:pt x="1599566" y="172289"/>
                    <a:pt x="1947758" y="113022"/>
                  </a:cubicBezTo>
                  <a:cubicBezTo>
                    <a:pt x="2208902" y="68572"/>
                    <a:pt x="2537316" y="9835"/>
                    <a:pt x="2876744" y="1103"/>
                  </a:cubicBezTo>
                  <a:close/>
                </a:path>
              </a:pathLst>
            </a:custGeom>
            <a:gradFill flip="none" rotWithShape="1">
              <a:gsLst>
                <a:gs pos="23000">
                  <a:srgbClr val="3F3F3F"/>
                </a:gs>
                <a:gs pos="45000">
                  <a:schemeClr val="tx1">
                    <a:lumMod val="50000"/>
                    <a:lumOff val="50000"/>
                  </a:schemeClr>
                </a:gs>
                <a:gs pos="71000">
                  <a:srgbClr val="CFD7E1"/>
                </a:gs>
                <a:gs pos="100000">
                  <a:schemeClr val="bg1"/>
                </a:gs>
              </a:gsLst>
              <a:lin ang="5400000" scaled="0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B1471A0-8B25-458A-ABE6-E9441EC119CE}"/>
                </a:ext>
              </a:extLst>
            </p:cNvPr>
            <p:cNvSpPr/>
            <p:nvPr/>
          </p:nvSpPr>
          <p:spPr>
            <a:xfrm>
              <a:off x="1836841" y="2240772"/>
              <a:ext cx="1660509" cy="991013"/>
            </a:xfrm>
            <a:custGeom>
              <a:avLst/>
              <a:gdLst>
                <a:gd name="connsiteX0" fmla="*/ 820331 w 1660509"/>
                <a:gd name="connsiteY0" fmla="*/ 0 h 991013"/>
                <a:gd name="connsiteX1" fmla="*/ 891774 w 1660509"/>
                <a:gd name="connsiteY1" fmla="*/ 12437 h 991013"/>
                <a:gd name="connsiteX2" fmla="*/ 1122259 w 1660509"/>
                <a:gd name="connsiteY2" fmla="*/ 57928 h 991013"/>
                <a:gd name="connsiteX3" fmla="*/ 1433409 w 1660509"/>
                <a:gd name="connsiteY3" fmla="*/ 153178 h 991013"/>
                <a:gd name="connsiteX4" fmla="*/ 1630259 w 1660509"/>
                <a:gd name="connsiteY4" fmla="*/ 400828 h 991013"/>
                <a:gd name="connsiteX5" fmla="*/ 1642959 w 1660509"/>
                <a:gd name="connsiteY5" fmla="*/ 629428 h 991013"/>
                <a:gd name="connsiteX6" fmla="*/ 1465158 w 1660509"/>
                <a:gd name="connsiteY6" fmla="*/ 851678 h 991013"/>
                <a:gd name="connsiteX7" fmla="*/ 1255609 w 1660509"/>
                <a:gd name="connsiteY7" fmla="*/ 934228 h 991013"/>
                <a:gd name="connsiteX8" fmla="*/ 1032516 w 1660509"/>
                <a:gd name="connsiteY8" fmla="*/ 986615 h 991013"/>
                <a:gd name="connsiteX9" fmla="*/ 962941 w 1660509"/>
                <a:gd name="connsiteY9" fmla="*/ 991013 h 991013"/>
                <a:gd name="connsiteX10" fmla="*/ 830158 w 1660509"/>
                <a:gd name="connsiteY10" fmla="*/ 959628 h 991013"/>
                <a:gd name="connsiteX11" fmla="*/ 184045 w 1660509"/>
                <a:gd name="connsiteY11" fmla="*/ 671497 h 991013"/>
                <a:gd name="connsiteX12" fmla="*/ 113948 w 1660509"/>
                <a:gd name="connsiteY12" fmla="*/ 577381 h 991013"/>
                <a:gd name="connsiteX13" fmla="*/ 201509 w 1660509"/>
                <a:gd name="connsiteY13" fmla="*/ 571485 h 991013"/>
                <a:gd name="connsiteX14" fmla="*/ 337240 w 1660509"/>
                <a:gd name="connsiteY14" fmla="*/ 611967 h 991013"/>
                <a:gd name="connsiteX15" fmla="*/ 480115 w 1660509"/>
                <a:gd name="connsiteY15" fmla="*/ 723885 h 991013"/>
                <a:gd name="connsiteX16" fmla="*/ 589653 w 1660509"/>
                <a:gd name="connsiteY16" fmla="*/ 814373 h 991013"/>
                <a:gd name="connsiteX17" fmla="*/ 461065 w 1660509"/>
                <a:gd name="connsiteY17" fmla="*/ 702454 h 991013"/>
                <a:gd name="connsiteX18" fmla="*/ 368197 w 1660509"/>
                <a:gd name="connsiteY18" fmla="*/ 623873 h 991013"/>
                <a:gd name="connsiteX19" fmla="*/ 222940 w 1660509"/>
                <a:gd name="connsiteY19" fmla="*/ 566723 h 991013"/>
                <a:gd name="connsiteX20" fmla="*/ 83450 w 1660509"/>
                <a:gd name="connsiteY20" fmla="*/ 544967 h 991013"/>
                <a:gd name="connsiteX21" fmla="*/ 71941 w 1660509"/>
                <a:gd name="connsiteY21" fmla="*/ 538524 h 991013"/>
                <a:gd name="connsiteX22" fmla="*/ 2277 w 1660509"/>
                <a:gd name="connsiteY22" fmla="*/ 491315 h 991013"/>
                <a:gd name="connsiteX23" fmla="*/ 150708 w 1660509"/>
                <a:gd name="connsiteY23" fmla="*/ 315103 h 991013"/>
                <a:gd name="connsiteX24" fmla="*/ 572983 w 1660509"/>
                <a:gd name="connsiteY24" fmla="*/ 99203 h 991013"/>
                <a:gd name="connsiteX25" fmla="*/ 814283 w 1660509"/>
                <a:gd name="connsiteY25" fmla="*/ 2167 h 99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60509" h="991013">
                  <a:moveTo>
                    <a:pt x="820331" y="0"/>
                  </a:moveTo>
                  <a:lnTo>
                    <a:pt x="891774" y="12437"/>
                  </a:lnTo>
                  <a:cubicBezTo>
                    <a:pt x="990563" y="29850"/>
                    <a:pt x="1095801" y="49197"/>
                    <a:pt x="1122259" y="57928"/>
                  </a:cubicBezTo>
                  <a:cubicBezTo>
                    <a:pt x="1242909" y="76978"/>
                    <a:pt x="1363559" y="121428"/>
                    <a:pt x="1433409" y="153178"/>
                  </a:cubicBezTo>
                  <a:cubicBezTo>
                    <a:pt x="1503259" y="184928"/>
                    <a:pt x="1595334" y="321453"/>
                    <a:pt x="1630259" y="400828"/>
                  </a:cubicBezTo>
                  <a:cubicBezTo>
                    <a:pt x="1665184" y="480203"/>
                    <a:pt x="1670476" y="554286"/>
                    <a:pt x="1642959" y="629428"/>
                  </a:cubicBezTo>
                  <a:cubicBezTo>
                    <a:pt x="1615442" y="704570"/>
                    <a:pt x="1521250" y="799820"/>
                    <a:pt x="1465158" y="851678"/>
                  </a:cubicBezTo>
                  <a:cubicBezTo>
                    <a:pt x="1409066" y="903536"/>
                    <a:pt x="1340275" y="910945"/>
                    <a:pt x="1255609" y="934228"/>
                  </a:cubicBezTo>
                  <a:cubicBezTo>
                    <a:pt x="1192110" y="951690"/>
                    <a:pt x="1110155" y="976296"/>
                    <a:pt x="1032516" y="986615"/>
                  </a:cubicBezTo>
                  <a:lnTo>
                    <a:pt x="962941" y="991013"/>
                  </a:lnTo>
                  <a:lnTo>
                    <a:pt x="830158" y="959628"/>
                  </a:lnTo>
                  <a:cubicBezTo>
                    <a:pt x="527739" y="878798"/>
                    <a:pt x="305092" y="738701"/>
                    <a:pt x="184045" y="671497"/>
                  </a:cubicBezTo>
                  <a:cubicBezTo>
                    <a:pt x="93260" y="621094"/>
                    <a:pt x="112980" y="598149"/>
                    <a:pt x="113948" y="577381"/>
                  </a:cubicBezTo>
                  <a:lnTo>
                    <a:pt x="201509" y="571485"/>
                  </a:lnTo>
                  <a:cubicBezTo>
                    <a:pt x="239609" y="579819"/>
                    <a:pt x="290806" y="586567"/>
                    <a:pt x="337240" y="611967"/>
                  </a:cubicBezTo>
                  <a:cubicBezTo>
                    <a:pt x="383674" y="637367"/>
                    <a:pt x="480115" y="723885"/>
                    <a:pt x="480115" y="723885"/>
                  </a:cubicBezTo>
                  <a:cubicBezTo>
                    <a:pt x="522184" y="757619"/>
                    <a:pt x="592828" y="817945"/>
                    <a:pt x="589653" y="814373"/>
                  </a:cubicBezTo>
                  <a:cubicBezTo>
                    <a:pt x="586478" y="810801"/>
                    <a:pt x="497974" y="734204"/>
                    <a:pt x="461065" y="702454"/>
                  </a:cubicBezTo>
                  <a:cubicBezTo>
                    <a:pt x="424156" y="670704"/>
                    <a:pt x="407884" y="646495"/>
                    <a:pt x="368197" y="623873"/>
                  </a:cubicBezTo>
                  <a:cubicBezTo>
                    <a:pt x="328510" y="601251"/>
                    <a:pt x="270398" y="579874"/>
                    <a:pt x="222940" y="566723"/>
                  </a:cubicBezTo>
                  <a:cubicBezTo>
                    <a:pt x="175482" y="553572"/>
                    <a:pt x="108616" y="549667"/>
                    <a:pt x="83450" y="544967"/>
                  </a:cubicBezTo>
                  <a:lnTo>
                    <a:pt x="71941" y="538524"/>
                  </a:lnTo>
                  <a:cubicBezTo>
                    <a:pt x="35491" y="524032"/>
                    <a:pt x="-10851" y="528552"/>
                    <a:pt x="2277" y="491315"/>
                  </a:cubicBezTo>
                  <a:cubicBezTo>
                    <a:pt x="15405" y="454078"/>
                    <a:pt x="55590" y="380455"/>
                    <a:pt x="150708" y="315103"/>
                  </a:cubicBezTo>
                  <a:cubicBezTo>
                    <a:pt x="245826" y="249751"/>
                    <a:pt x="410000" y="169582"/>
                    <a:pt x="572983" y="99203"/>
                  </a:cubicBezTo>
                  <a:cubicBezTo>
                    <a:pt x="654475" y="64014"/>
                    <a:pt x="728293" y="34116"/>
                    <a:pt x="814283" y="2167"/>
                  </a:cubicBezTo>
                  <a:close/>
                </a:path>
              </a:pathLst>
            </a:custGeom>
            <a:gradFill flip="none" rotWithShape="1">
              <a:gsLst>
                <a:gs pos="16000">
                  <a:srgbClr val="3F3F3F"/>
                </a:gs>
                <a:gs pos="39000">
                  <a:schemeClr val="tx1">
                    <a:lumMod val="50000"/>
                    <a:lumOff val="50000"/>
                  </a:schemeClr>
                </a:gs>
                <a:gs pos="71000">
                  <a:srgbClr val="CFD7E1"/>
                </a:gs>
                <a:gs pos="100000">
                  <a:schemeClr val="bg1"/>
                </a:gs>
              </a:gsLst>
              <a:lin ang="4800000" scaled="0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C663ABBE-3BE6-4E5F-9824-72A6BC5A4E29}"/>
                </a:ext>
              </a:extLst>
            </p:cNvPr>
            <p:cNvSpPr/>
            <p:nvPr/>
          </p:nvSpPr>
          <p:spPr>
            <a:xfrm>
              <a:off x="2794001" y="2298699"/>
              <a:ext cx="703350" cy="933539"/>
            </a:xfrm>
            <a:custGeom>
              <a:avLst/>
              <a:gdLst>
                <a:gd name="connsiteX0" fmla="*/ 0 w 650907"/>
                <a:gd name="connsiteY0" fmla="*/ 933450 h 934222"/>
                <a:gd name="connsiteX1" fmla="*/ 298450 w 650907"/>
                <a:gd name="connsiteY1" fmla="*/ 876300 h 934222"/>
                <a:gd name="connsiteX2" fmla="*/ 635000 w 650907"/>
                <a:gd name="connsiteY2" fmla="*/ 565150 h 934222"/>
                <a:gd name="connsiteX3" fmla="*/ 584200 w 650907"/>
                <a:gd name="connsiteY3" fmla="*/ 190500 h 934222"/>
                <a:gd name="connsiteX4" fmla="*/ 476250 w 650907"/>
                <a:gd name="connsiteY4" fmla="*/ 69850 h 934222"/>
                <a:gd name="connsiteX5" fmla="*/ 165100 w 650907"/>
                <a:gd name="connsiteY5" fmla="*/ 0 h 934222"/>
                <a:gd name="connsiteX0" fmla="*/ 0 w 689142"/>
                <a:gd name="connsiteY0" fmla="*/ 933450 h 934222"/>
                <a:gd name="connsiteX1" fmla="*/ 298450 w 689142"/>
                <a:gd name="connsiteY1" fmla="*/ 876300 h 934222"/>
                <a:gd name="connsiteX2" fmla="*/ 635000 w 689142"/>
                <a:gd name="connsiteY2" fmla="*/ 565150 h 934222"/>
                <a:gd name="connsiteX3" fmla="*/ 673100 w 689142"/>
                <a:gd name="connsiteY3" fmla="*/ 342900 h 934222"/>
                <a:gd name="connsiteX4" fmla="*/ 476250 w 689142"/>
                <a:gd name="connsiteY4" fmla="*/ 69850 h 934222"/>
                <a:gd name="connsiteX5" fmla="*/ 165100 w 689142"/>
                <a:gd name="connsiteY5" fmla="*/ 0 h 934222"/>
                <a:gd name="connsiteX0" fmla="*/ 0 w 689142"/>
                <a:gd name="connsiteY0" fmla="*/ 933450 h 934222"/>
                <a:gd name="connsiteX1" fmla="*/ 298450 w 689142"/>
                <a:gd name="connsiteY1" fmla="*/ 876300 h 934222"/>
                <a:gd name="connsiteX2" fmla="*/ 635000 w 689142"/>
                <a:gd name="connsiteY2" fmla="*/ 565150 h 934222"/>
                <a:gd name="connsiteX3" fmla="*/ 673100 w 689142"/>
                <a:gd name="connsiteY3" fmla="*/ 342900 h 934222"/>
                <a:gd name="connsiteX4" fmla="*/ 476250 w 689142"/>
                <a:gd name="connsiteY4" fmla="*/ 95250 h 934222"/>
                <a:gd name="connsiteX5" fmla="*/ 165100 w 689142"/>
                <a:gd name="connsiteY5" fmla="*/ 0 h 934222"/>
                <a:gd name="connsiteX0" fmla="*/ 0 w 682187"/>
                <a:gd name="connsiteY0" fmla="*/ 933450 h 933539"/>
                <a:gd name="connsiteX1" fmla="*/ 298450 w 682187"/>
                <a:gd name="connsiteY1" fmla="*/ 876300 h 933539"/>
                <a:gd name="connsiteX2" fmla="*/ 507999 w 682187"/>
                <a:gd name="connsiteY2" fmla="*/ 793750 h 933539"/>
                <a:gd name="connsiteX3" fmla="*/ 635000 w 682187"/>
                <a:gd name="connsiteY3" fmla="*/ 565150 h 933539"/>
                <a:gd name="connsiteX4" fmla="*/ 673100 w 682187"/>
                <a:gd name="connsiteY4" fmla="*/ 342900 h 933539"/>
                <a:gd name="connsiteX5" fmla="*/ 476250 w 682187"/>
                <a:gd name="connsiteY5" fmla="*/ 95250 h 933539"/>
                <a:gd name="connsiteX6" fmla="*/ 165100 w 682187"/>
                <a:gd name="connsiteY6" fmla="*/ 0 h 933539"/>
                <a:gd name="connsiteX0" fmla="*/ 0 w 703350"/>
                <a:gd name="connsiteY0" fmla="*/ 933450 h 933539"/>
                <a:gd name="connsiteX1" fmla="*/ 298450 w 703350"/>
                <a:gd name="connsiteY1" fmla="*/ 876300 h 933539"/>
                <a:gd name="connsiteX2" fmla="*/ 507999 w 703350"/>
                <a:gd name="connsiteY2" fmla="*/ 793750 h 933539"/>
                <a:gd name="connsiteX3" fmla="*/ 685800 w 703350"/>
                <a:gd name="connsiteY3" fmla="*/ 571500 h 933539"/>
                <a:gd name="connsiteX4" fmla="*/ 673100 w 703350"/>
                <a:gd name="connsiteY4" fmla="*/ 342900 h 933539"/>
                <a:gd name="connsiteX5" fmla="*/ 476250 w 703350"/>
                <a:gd name="connsiteY5" fmla="*/ 95250 h 933539"/>
                <a:gd name="connsiteX6" fmla="*/ 165100 w 703350"/>
                <a:gd name="connsiteY6" fmla="*/ 0 h 933539"/>
                <a:gd name="connsiteX0" fmla="*/ 0 w 703350"/>
                <a:gd name="connsiteY0" fmla="*/ 933450 h 933539"/>
                <a:gd name="connsiteX1" fmla="*/ 298450 w 703350"/>
                <a:gd name="connsiteY1" fmla="*/ 876300 h 933539"/>
                <a:gd name="connsiteX2" fmla="*/ 507999 w 703350"/>
                <a:gd name="connsiteY2" fmla="*/ 793750 h 933539"/>
                <a:gd name="connsiteX3" fmla="*/ 685800 w 703350"/>
                <a:gd name="connsiteY3" fmla="*/ 571500 h 933539"/>
                <a:gd name="connsiteX4" fmla="*/ 673100 w 703350"/>
                <a:gd name="connsiteY4" fmla="*/ 342900 h 933539"/>
                <a:gd name="connsiteX5" fmla="*/ 476250 w 703350"/>
                <a:gd name="connsiteY5" fmla="*/ 95250 h 933539"/>
                <a:gd name="connsiteX6" fmla="*/ 165100 w 703350"/>
                <a:gd name="connsiteY6" fmla="*/ 0 h 933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3350" h="933539">
                  <a:moveTo>
                    <a:pt x="0" y="933450"/>
                  </a:moveTo>
                  <a:cubicBezTo>
                    <a:pt x="96308" y="935566"/>
                    <a:pt x="213784" y="899583"/>
                    <a:pt x="298450" y="876300"/>
                  </a:cubicBezTo>
                  <a:cubicBezTo>
                    <a:pt x="383116" y="853017"/>
                    <a:pt x="451907" y="845608"/>
                    <a:pt x="507999" y="793750"/>
                  </a:cubicBezTo>
                  <a:cubicBezTo>
                    <a:pt x="564091" y="741892"/>
                    <a:pt x="658283" y="646642"/>
                    <a:pt x="685800" y="571500"/>
                  </a:cubicBezTo>
                  <a:cubicBezTo>
                    <a:pt x="713317" y="496358"/>
                    <a:pt x="708025" y="422275"/>
                    <a:pt x="673100" y="342900"/>
                  </a:cubicBezTo>
                  <a:cubicBezTo>
                    <a:pt x="638175" y="263525"/>
                    <a:pt x="546100" y="127000"/>
                    <a:pt x="476250" y="95250"/>
                  </a:cubicBezTo>
                  <a:cubicBezTo>
                    <a:pt x="406400" y="63500"/>
                    <a:pt x="285750" y="19050"/>
                    <a:pt x="16510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D349296-4964-4473-B0FA-8DFCE67E0468}"/>
                </a:ext>
              </a:extLst>
            </p:cNvPr>
            <p:cNvSpPr/>
            <p:nvPr/>
          </p:nvSpPr>
          <p:spPr>
            <a:xfrm>
              <a:off x="3352800" y="3002810"/>
              <a:ext cx="1066808" cy="370281"/>
            </a:xfrm>
            <a:custGeom>
              <a:avLst/>
              <a:gdLst>
                <a:gd name="connsiteX0" fmla="*/ 0 w 1066808"/>
                <a:gd name="connsiteY0" fmla="*/ 127740 h 370281"/>
                <a:gd name="connsiteX1" fmla="*/ 482600 w 1066808"/>
                <a:gd name="connsiteY1" fmla="*/ 740 h 370281"/>
                <a:gd name="connsiteX2" fmla="*/ 1066800 w 1066808"/>
                <a:gd name="connsiteY2" fmla="*/ 89640 h 370281"/>
                <a:gd name="connsiteX3" fmla="*/ 495300 w 1066808"/>
                <a:gd name="connsiteY3" fmla="*/ 362690 h 370281"/>
                <a:gd name="connsiteX4" fmla="*/ 76200 w 1066808"/>
                <a:gd name="connsiteY4" fmla="*/ 267440 h 370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6808" h="370281">
                  <a:moveTo>
                    <a:pt x="0" y="127740"/>
                  </a:moveTo>
                  <a:cubicBezTo>
                    <a:pt x="152400" y="67415"/>
                    <a:pt x="304800" y="7090"/>
                    <a:pt x="482600" y="740"/>
                  </a:cubicBezTo>
                  <a:cubicBezTo>
                    <a:pt x="660400" y="-5610"/>
                    <a:pt x="1064683" y="29315"/>
                    <a:pt x="1066800" y="89640"/>
                  </a:cubicBezTo>
                  <a:cubicBezTo>
                    <a:pt x="1068917" y="149965"/>
                    <a:pt x="660400" y="333057"/>
                    <a:pt x="495300" y="362690"/>
                  </a:cubicBezTo>
                  <a:cubicBezTo>
                    <a:pt x="330200" y="392323"/>
                    <a:pt x="203200" y="329881"/>
                    <a:pt x="76200" y="267440"/>
                  </a:cubicBezTo>
                </a:path>
              </a:pathLst>
            </a:custGeom>
            <a:gradFill>
              <a:gsLst>
                <a:gs pos="27000">
                  <a:srgbClr val="DBE1E9"/>
                </a:gs>
                <a:gs pos="75000">
                  <a:srgbClr val="737373"/>
                </a:gs>
              </a:gsLst>
              <a:lin ang="240000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7C69BB3C-8B67-458E-BAD5-6BBD68405874}"/>
                </a:ext>
              </a:extLst>
            </p:cNvPr>
            <p:cNvSpPr/>
            <p:nvPr/>
          </p:nvSpPr>
          <p:spPr>
            <a:xfrm>
              <a:off x="1971675" y="2759869"/>
              <a:ext cx="524519" cy="346088"/>
            </a:xfrm>
            <a:custGeom>
              <a:avLst/>
              <a:gdLst>
                <a:gd name="connsiteX0" fmla="*/ 457200 w 524519"/>
                <a:gd name="connsiteY0" fmla="*/ 292894 h 346088"/>
                <a:gd name="connsiteX1" fmla="*/ 523875 w 524519"/>
                <a:gd name="connsiteY1" fmla="*/ 342900 h 346088"/>
                <a:gd name="connsiteX2" fmla="*/ 421481 w 524519"/>
                <a:gd name="connsiteY2" fmla="*/ 211931 h 346088"/>
                <a:gd name="connsiteX3" fmla="*/ 290513 w 524519"/>
                <a:gd name="connsiteY3" fmla="*/ 71437 h 346088"/>
                <a:gd name="connsiteX4" fmla="*/ 0 w 524519"/>
                <a:gd name="connsiteY4" fmla="*/ 0 h 346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4519" h="346088">
                  <a:moveTo>
                    <a:pt x="457200" y="292894"/>
                  </a:moveTo>
                  <a:cubicBezTo>
                    <a:pt x="493514" y="324644"/>
                    <a:pt x="529828" y="356394"/>
                    <a:pt x="523875" y="342900"/>
                  </a:cubicBezTo>
                  <a:cubicBezTo>
                    <a:pt x="517922" y="329406"/>
                    <a:pt x="460375" y="257175"/>
                    <a:pt x="421481" y="211931"/>
                  </a:cubicBezTo>
                  <a:cubicBezTo>
                    <a:pt x="382587" y="166687"/>
                    <a:pt x="360760" y="106759"/>
                    <a:pt x="290513" y="71437"/>
                  </a:cubicBezTo>
                  <a:cubicBezTo>
                    <a:pt x="220266" y="36115"/>
                    <a:pt x="110133" y="18057"/>
                    <a:pt x="0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9AC7A170-FD56-4A86-AE78-9E414A2D086A}"/>
                </a:ext>
              </a:extLst>
            </p:cNvPr>
            <p:cNvSpPr/>
            <p:nvPr/>
          </p:nvSpPr>
          <p:spPr>
            <a:xfrm>
              <a:off x="2838450" y="2490788"/>
              <a:ext cx="350788" cy="576262"/>
            </a:xfrm>
            <a:custGeom>
              <a:avLst/>
              <a:gdLst>
                <a:gd name="connsiteX0" fmla="*/ 0 w 350788"/>
                <a:gd name="connsiteY0" fmla="*/ 576262 h 576262"/>
                <a:gd name="connsiteX1" fmla="*/ 226219 w 350788"/>
                <a:gd name="connsiteY1" fmla="*/ 516731 h 576262"/>
                <a:gd name="connsiteX2" fmla="*/ 347663 w 350788"/>
                <a:gd name="connsiteY2" fmla="*/ 314325 h 576262"/>
                <a:gd name="connsiteX3" fmla="*/ 302419 w 350788"/>
                <a:gd name="connsiteY3" fmla="*/ 114300 h 576262"/>
                <a:gd name="connsiteX4" fmla="*/ 169069 w 350788"/>
                <a:gd name="connsiteY4" fmla="*/ 0 h 57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788" h="576262">
                  <a:moveTo>
                    <a:pt x="0" y="576262"/>
                  </a:moveTo>
                  <a:cubicBezTo>
                    <a:pt x="84137" y="568324"/>
                    <a:pt x="168275" y="560387"/>
                    <a:pt x="226219" y="516731"/>
                  </a:cubicBezTo>
                  <a:cubicBezTo>
                    <a:pt x="284163" y="473075"/>
                    <a:pt x="334963" y="381397"/>
                    <a:pt x="347663" y="314325"/>
                  </a:cubicBezTo>
                  <a:cubicBezTo>
                    <a:pt x="360363" y="247253"/>
                    <a:pt x="332185" y="166687"/>
                    <a:pt x="302419" y="114300"/>
                  </a:cubicBezTo>
                  <a:cubicBezTo>
                    <a:pt x="272653" y="61913"/>
                    <a:pt x="220861" y="30956"/>
                    <a:pt x="169069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D6E4CE24-032F-458C-A865-9F7AD5CB2C1A}"/>
                </a:ext>
              </a:extLst>
            </p:cNvPr>
            <p:cNvSpPr/>
            <p:nvPr/>
          </p:nvSpPr>
          <p:spPr>
            <a:xfrm>
              <a:off x="1836840" y="1764190"/>
              <a:ext cx="6537941" cy="1649722"/>
            </a:xfrm>
            <a:custGeom>
              <a:avLst/>
              <a:gdLst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153257 w 6582558"/>
                <a:gd name="connsiteY18" fmla="*/ 1036154 h 1649722"/>
                <a:gd name="connsiteX19" fmla="*/ 246126 w 6582558"/>
                <a:gd name="connsiteY19" fmla="*/ 1045679 h 1649722"/>
                <a:gd name="connsiteX20" fmla="*/ 381857 w 6582558"/>
                <a:gd name="connsiteY20" fmla="*/ 1086161 h 1649722"/>
                <a:gd name="connsiteX21" fmla="*/ 524732 w 6582558"/>
                <a:gd name="connsiteY21" fmla="*/ 1198079 h 1649722"/>
                <a:gd name="connsiteX22" fmla="*/ 634270 w 6582558"/>
                <a:gd name="connsiteY22" fmla="*/ 1288567 h 1649722"/>
                <a:gd name="connsiteX23" fmla="*/ 505682 w 6582558"/>
                <a:gd name="connsiteY23" fmla="*/ 1176648 h 1649722"/>
                <a:gd name="connsiteX24" fmla="*/ 412814 w 6582558"/>
                <a:gd name="connsiteY24" fmla="*/ 1098067 h 1649722"/>
                <a:gd name="connsiteX25" fmla="*/ 267557 w 6582558"/>
                <a:gd name="connsiteY25" fmla="*/ 1040917 h 1649722"/>
                <a:gd name="connsiteX26" fmla="*/ 150876 w 6582558"/>
                <a:gd name="connsiteY26" fmla="*/ 1021867 h 1649722"/>
                <a:gd name="connsiteX27" fmla="*/ 128067 w 6582558"/>
                <a:gd name="connsiteY27" fmla="*/ 1019161 h 1649722"/>
                <a:gd name="connsiteX28" fmla="*/ 116558 w 6582558"/>
                <a:gd name="connsiteY28" fmla="*/ 1012718 h 1649722"/>
                <a:gd name="connsiteX29" fmla="*/ 21494 w 6582558"/>
                <a:gd name="connsiteY29" fmla="*/ 968684 h 1649722"/>
                <a:gd name="connsiteX30" fmla="*/ 42925 w 6582558"/>
                <a:gd name="connsiteY30" fmla="*/ 849622 h 1649722"/>
                <a:gd name="connsiteX31" fmla="*/ 430275 w 6582558"/>
                <a:gd name="connsiteY31" fmla="*/ 633722 h 1649722"/>
                <a:gd name="connsiteX32" fmla="*/ 1173225 w 6582558"/>
                <a:gd name="connsiteY32" fmla="*/ 367022 h 1649722"/>
                <a:gd name="connsiteX33" fmla="*/ 1992375 w 6582558"/>
                <a:gd name="connsiteY33" fmla="*/ 113022 h 1649722"/>
                <a:gd name="connsiteX34" fmla="*/ 2921361 w 6582558"/>
                <a:gd name="connsiteY34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153257 w 6582558"/>
                <a:gd name="connsiteY18" fmla="*/ 1036154 h 1649722"/>
                <a:gd name="connsiteX19" fmla="*/ 246126 w 6582558"/>
                <a:gd name="connsiteY19" fmla="*/ 1045679 h 1649722"/>
                <a:gd name="connsiteX20" fmla="*/ 381857 w 6582558"/>
                <a:gd name="connsiteY20" fmla="*/ 1086161 h 1649722"/>
                <a:gd name="connsiteX21" fmla="*/ 524732 w 6582558"/>
                <a:gd name="connsiteY21" fmla="*/ 1198079 h 1649722"/>
                <a:gd name="connsiteX22" fmla="*/ 634270 w 6582558"/>
                <a:gd name="connsiteY22" fmla="*/ 1288567 h 1649722"/>
                <a:gd name="connsiteX23" fmla="*/ 505682 w 6582558"/>
                <a:gd name="connsiteY23" fmla="*/ 1176648 h 1649722"/>
                <a:gd name="connsiteX24" fmla="*/ 412814 w 6582558"/>
                <a:gd name="connsiteY24" fmla="*/ 1098067 h 1649722"/>
                <a:gd name="connsiteX25" fmla="*/ 267557 w 6582558"/>
                <a:gd name="connsiteY25" fmla="*/ 1040917 h 1649722"/>
                <a:gd name="connsiteX26" fmla="*/ 128067 w 6582558"/>
                <a:gd name="connsiteY26" fmla="*/ 1019161 h 1649722"/>
                <a:gd name="connsiteX27" fmla="*/ 116558 w 6582558"/>
                <a:gd name="connsiteY27" fmla="*/ 1012718 h 1649722"/>
                <a:gd name="connsiteX28" fmla="*/ 21494 w 6582558"/>
                <a:gd name="connsiteY28" fmla="*/ 968684 h 1649722"/>
                <a:gd name="connsiteX29" fmla="*/ 42925 w 6582558"/>
                <a:gd name="connsiteY29" fmla="*/ 849622 h 1649722"/>
                <a:gd name="connsiteX30" fmla="*/ 430275 w 6582558"/>
                <a:gd name="connsiteY30" fmla="*/ 633722 h 1649722"/>
                <a:gd name="connsiteX31" fmla="*/ 1173225 w 6582558"/>
                <a:gd name="connsiteY31" fmla="*/ 367022 h 1649722"/>
                <a:gd name="connsiteX32" fmla="*/ 1992375 w 6582558"/>
                <a:gd name="connsiteY32" fmla="*/ 113022 h 1649722"/>
                <a:gd name="connsiteX33" fmla="*/ 2921361 w 6582558"/>
                <a:gd name="connsiteY33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151443 w 6582558"/>
                <a:gd name="connsiteY17" fmla="*/ 1036739 h 1649722"/>
                <a:gd name="connsiteX18" fmla="*/ 246126 w 6582558"/>
                <a:gd name="connsiteY18" fmla="*/ 1045679 h 1649722"/>
                <a:gd name="connsiteX19" fmla="*/ 381857 w 6582558"/>
                <a:gd name="connsiteY19" fmla="*/ 1086161 h 1649722"/>
                <a:gd name="connsiteX20" fmla="*/ 524732 w 6582558"/>
                <a:gd name="connsiteY20" fmla="*/ 1198079 h 1649722"/>
                <a:gd name="connsiteX21" fmla="*/ 634270 w 6582558"/>
                <a:gd name="connsiteY21" fmla="*/ 1288567 h 1649722"/>
                <a:gd name="connsiteX22" fmla="*/ 505682 w 6582558"/>
                <a:gd name="connsiteY22" fmla="*/ 1176648 h 1649722"/>
                <a:gd name="connsiteX23" fmla="*/ 412814 w 6582558"/>
                <a:gd name="connsiteY23" fmla="*/ 1098067 h 1649722"/>
                <a:gd name="connsiteX24" fmla="*/ 267557 w 6582558"/>
                <a:gd name="connsiteY24" fmla="*/ 1040917 h 1649722"/>
                <a:gd name="connsiteX25" fmla="*/ 128067 w 6582558"/>
                <a:gd name="connsiteY25" fmla="*/ 1019161 h 1649722"/>
                <a:gd name="connsiteX26" fmla="*/ 116558 w 6582558"/>
                <a:gd name="connsiteY26" fmla="*/ 1012718 h 1649722"/>
                <a:gd name="connsiteX27" fmla="*/ 21494 w 6582558"/>
                <a:gd name="connsiteY27" fmla="*/ 968684 h 1649722"/>
                <a:gd name="connsiteX28" fmla="*/ 42925 w 6582558"/>
                <a:gd name="connsiteY28" fmla="*/ 849622 h 1649722"/>
                <a:gd name="connsiteX29" fmla="*/ 430275 w 6582558"/>
                <a:gd name="connsiteY29" fmla="*/ 633722 h 1649722"/>
                <a:gd name="connsiteX30" fmla="*/ 1173225 w 6582558"/>
                <a:gd name="connsiteY30" fmla="*/ 367022 h 1649722"/>
                <a:gd name="connsiteX31" fmla="*/ 1992375 w 6582558"/>
                <a:gd name="connsiteY31" fmla="*/ 113022 h 1649722"/>
                <a:gd name="connsiteX32" fmla="*/ 2921361 w 6582558"/>
                <a:gd name="connsiteY32" fmla="*/ 1103 h 1649722"/>
                <a:gd name="connsiteX0" fmla="*/ 2921361 w 6582558"/>
                <a:gd name="connsiteY0" fmla="*/ 1103 h 1649722"/>
                <a:gd name="connsiteX1" fmla="*/ 3262375 w 6582558"/>
                <a:gd name="connsiteY1" fmla="*/ 11422 h 1649722"/>
                <a:gd name="connsiteX2" fmla="*/ 4716525 w 6582558"/>
                <a:gd name="connsiteY2" fmla="*/ 367022 h 1649722"/>
                <a:gd name="connsiteX3" fmla="*/ 5453125 w 6582558"/>
                <a:gd name="connsiteY3" fmla="*/ 557522 h 1649722"/>
                <a:gd name="connsiteX4" fmla="*/ 5973825 w 6582558"/>
                <a:gd name="connsiteY4" fmla="*/ 646422 h 1649722"/>
                <a:gd name="connsiteX5" fmla="*/ 6323075 w 6582558"/>
                <a:gd name="connsiteY5" fmla="*/ 551172 h 1649722"/>
                <a:gd name="connsiteX6" fmla="*/ 6564375 w 6582558"/>
                <a:gd name="connsiteY6" fmla="*/ 665472 h 1649722"/>
                <a:gd name="connsiteX7" fmla="*/ 6532625 w 6582558"/>
                <a:gd name="connsiteY7" fmla="*/ 1243322 h 1649722"/>
                <a:gd name="connsiteX8" fmla="*/ 6272275 w 6582558"/>
                <a:gd name="connsiteY8" fmla="*/ 1262372 h 1649722"/>
                <a:gd name="connsiteX9" fmla="*/ 5853175 w 6582558"/>
                <a:gd name="connsiteY9" fmla="*/ 1154422 h 1649722"/>
                <a:gd name="connsiteX10" fmla="*/ 5205475 w 6582558"/>
                <a:gd name="connsiteY10" fmla="*/ 1325872 h 1649722"/>
                <a:gd name="connsiteX11" fmla="*/ 4405375 w 6582558"/>
                <a:gd name="connsiteY11" fmla="*/ 1605272 h 1649722"/>
                <a:gd name="connsiteX12" fmla="*/ 3313175 w 6582558"/>
                <a:gd name="connsiteY12" fmla="*/ 1649722 h 1649722"/>
                <a:gd name="connsiteX13" fmla="*/ 2043175 w 6582558"/>
                <a:gd name="connsiteY13" fmla="*/ 1630672 h 1649722"/>
                <a:gd name="connsiteX14" fmla="*/ 874775 w 6582558"/>
                <a:gd name="connsiteY14" fmla="*/ 1433822 h 1649722"/>
                <a:gd name="connsiteX15" fmla="*/ 228662 w 6582558"/>
                <a:gd name="connsiteY15" fmla="*/ 1145691 h 1649722"/>
                <a:gd name="connsiteX16" fmla="*/ 158565 w 6582558"/>
                <a:gd name="connsiteY16" fmla="*/ 1051575 h 1649722"/>
                <a:gd name="connsiteX17" fmla="*/ 246126 w 6582558"/>
                <a:gd name="connsiteY17" fmla="*/ 1045679 h 1649722"/>
                <a:gd name="connsiteX18" fmla="*/ 381857 w 6582558"/>
                <a:gd name="connsiteY18" fmla="*/ 1086161 h 1649722"/>
                <a:gd name="connsiteX19" fmla="*/ 524732 w 6582558"/>
                <a:gd name="connsiteY19" fmla="*/ 1198079 h 1649722"/>
                <a:gd name="connsiteX20" fmla="*/ 634270 w 6582558"/>
                <a:gd name="connsiteY20" fmla="*/ 1288567 h 1649722"/>
                <a:gd name="connsiteX21" fmla="*/ 505682 w 6582558"/>
                <a:gd name="connsiteY21" fmla="*/ 1176648 h 1649722"/>
                <a:gd name="connsiteX22" fmla="*/ 412814 w 6582558"/>
                <a:gd name="connsiteY22" fmla="*/ 1098067 h 1649722"/>
                <a:gd name="connsiteX23" fmla="*/ 267557 w 6582558"/>
                <a:gd name="connsiteY23" fmla="*/ 1040917 h 1649722"/>
                <a:gd name="connsiteX24" fmla="*/ 128067 w 6582558"/>
                <a:gd name="connsiteY24" fmla="*/ 1019161 h 1649722"/>
                <a:gd name="connsiteX25" fmla="*/ 116558 w 6582558"/>
                <a:gd name="connsiteY25" fmla="*/ 1012718 h 1649722"/>
                <a:gd name="connsiteX26" fmla="*/ 21494 w 6582558"/>
                <a:gd name="connsiteY26" fmla="*/ 968684 h 1649722"/>
                <a:gd name="connsiteX27" fmla="*/ 42925 w 6582558"/>
                <a:gd name="connsiteY27" fmla="*/ 849622 h 1649722"/>
                <a:gd name="connsiteX28" fmla="*/ 430275 w 6582558"/>
                <a:gd name="connsiteY28" fmla="*/ 633722 h 1649722"/>
                <a:gd name="connsiteX29" fmla="*/ 1173225 w 6582558"/>
                <a:gd name="connsiteY29" fmla="*/ 367022 h 1649722"/>
                <a:gd name="connsiteX30" fmla="*/ 1992375 w 6582558"/>
                <a:gd name="connsiteY30" fmla="*/ 113022 h 1649722"/>
                <a:gd name="connsiteX31" fmla="*/ 2921361 w 6582558"/>
                <a:gd name="connsiteY31" fmla="*/ 1103 h 1649722"/>
                <a:gd name="connsiteX0" fmla="*/ 2909914 w 6571111"/>
                <a:gd name="connsiteY0" fmla="*/ 1103 h 1649722"/>
                <a:gd name="connsiteX1" fmla="*/ 3250928 w 6571111"/>
                <a:gd name="connsiteY1" fmla="*/ 11422 h 1649722"/>
                <a:gd name="connsiteX2" fmla="*/ 4705078 w 6571111"/>
                <a:gd name="connsiteY2" fmla="*/ 367022 h 1649722"/>
                <a:gd name="connsiteX3" fmla="*/ 5441678 w 6571111"/>
                <a:gd name="connsiteY3" fmla="*/ 557522 h 1649722"/>
                <a:gd name="connsiteX4" fmla="*/ 5962378 w 6571111"/>
                <a:gd name="connsiteY4" fmla="*/ 646422 h 1649722"/>
                <a:gd name="connsiteX5" fmla="*/ 6311628 w 6571111"/>
                <a:gd name="connsiteY5" fmla="*/ 551172 h 1649722"/>
                <a:gd name="connsiteX6" fmla="*/ 6552928 w 6571111"/>
                <a:gd name="connsiteY6" fmla="*/ 665472 h 1649722"/>
                <a:gd name="connsiteX7" fmla="*/ 6521178 w 6571111"/>
                <a:gd name="connsiteY7" fmla="*/ 1243322 h 1649722"/>
                <a:gd name="connsiteX8" fmla="*/ 6260828 w 6571111"/>
                <a:gd name="connsiteY8" fmla="*/ 1262372 h 1649722"/>
                <a:gd name="connsiteX9" fmla="*/ 5841728 w 6571111"/>
                <a:gd name="connsiteY9" fmla="*/ 1154422 h 1649722"/>
                <a:gd name="connsiteX10" fmla="*/ 5194028 w 6571111"/>
                <a:gd name="connsiteY10" fmla="*/ 1325872 h 1649722"/>
                <a:gd name="connsiteX11" fmla="*/ 4393928 w 6571111"/>
                <a:gd name="connsiteY11" fmla="*/ 1605272 h 1649722"/>
                <a:gd name="connsiteX12" fmla="*/ 3301728 w 6571111"/>
                <a:gd name="connsiteY12" fmla="*/ 1649722 h 1649722"/>
                <a:gd name="connsiteX13" fmla="*/ 2031728 w 6571111"/>
                <a:gd name="connsiteY13" fmla="*/ 1630672 h 1649722"/>
                <a:gd name="connsiteX14" fmla="*/ 863328 w 6571111"/>
                <a:gd name="connsiteY14" fmla="*/ 1433822 h 1649722"/>
                <a:gd name="connsiteX15" fmla="*/ 217215 w 6571111"/>
                <a:gd name="connsiteY15" fmla="*/ 1145691 h 1649722"/>
                <a:gd name="connsiteX16" fmla="*/ 147118 w 6571111"/>
                <a:gd name="connsiteY16" fmla="*/ 1051575 h 1649722"/>
                <a:gd name="connsiteX17" fmla="*/ 234679 w 6571111"/>
                <a:gd name="connsiteY17" fmla="*/ 1045679 h 1649722"/>
                <a:gd name="connsiteX18" fmla="*/ 370410 w 6571111"/>
                <a:gd name="connsiteY18" fmla="*/ 1086161 h 1649722"/>
                <a:gd name="connsiteX19" fmla="*/ 513285 w 6571111"/>
                <a:gd name="connsiteY19" fmla="*/ 1198079 h 1649722"/>
                <a:gd name="connsiteX20" fmla="*/ 622823 w 6571111"/>
                <a:gd name="connsiteY20" fmla="*/ 1288567 h 1649722"/>
                <a:gd name="connsiteX21" fmla="*/ 494235 w 6571111"/>
                <a:gd name="connsiteY21" fmla="*/ 1176648 h 1649722"/>
                <a:gd name="connsiteX22" fmla="*/ 401367 w 6571111"/>
                <a:gd name="connsiteY22" fmla="*/ 1098067 h 1649722"/>
                <a:gd name="connsiteX23" fmla="*/ 256110 w 6571111"/>
                <a:gd name="connsiteY23" fmla="*/ 1040917 h 1649722"/>
                <a:gd name="connsiteX24" fmla="*/ 116620 w 6571111"/>
                <a:gd name="connsiteY24" fmla="*/ 1019161 h 1649722"/>
                <a:gd name="connsiteX25" fmla="*/ 105111 w 6571111"/>
                <a:gd name="connsiteY25" fmla="*/ 1012718 h 1649722"/>
                <a:gd name="connsiteX26" fmla="*/ 35447 w 6571111"/>
                <a:gd name="connsiteY26" fmla="*/ 965509 h 1649722"/>
                <a:gd name="connsiteX27" fmla="*/ 31478 w 6571111"/>
                <a:gd name="connsiteY27" fmla="*/ 849622 h 1649722"/>
                <a:gd name="connsiteX28" fmla="*/ 418828 w 6571111"/>
                <a:gd name="connsiteY28" fmla="*/ 633722 h 1649722"/>
                <a:gd name="connsiteX29" fmla="*/ 1161778 w 6571111"/>
                <a:gd name="connsiteY29" fmla="*/ 367022 h 1649722"/>
                <a:gd name="connsiteX30" fmla="*/ 1980928 w 6571111"/>
                <a:gd name="connsiteY30" fmla="*/ 113022 h 1649722"/>
                <a:gd name="connsiteX31" fmla="*/ 2909914 w 6571111"/>
                <a:gd name="connsiteY31" fmla="*/ 1103 h 1649722"/>
                <a:gd name="connsiteX0" fmla="*/ 2874514 w 6535711"/>
                <a:gd name="connsiteY0" fmla="*/ 1103 h 1649722"/>
                <a:gd name="connsiteX1" fmla="*/ 3215528 w 6535711"/>
                <a:gd name="connsiteY1" fmla="*/ 11422 h 1649722"/>
                <a:gd name="connsiteX2" fmla="*/ 4669678 w 6535711"/>
                <a:gd name="connsiteY2" fmla="*/ 367022 h 1649722"/>
                <a:gd name="connsiteX3" fmla="*/ 5406278 w 6535711"/>
                <a:gd name="connsiteY3" fmla="*/ 557522 h 1649722"/>
                <a:gd name="connsiteX4" fmla="*/ 5926978 w 6535711"/>
                <a:gd name="connsiteY4" fmla="*/ 646422 h 1649722"/>
                <a:gd name="connsiteX5" fmla="*/ 6276228 w 6535711"/>
                <a:gd name="connsiteY5" fmla="*/ 551172 h 1649722"/>
                <a:gd name="connsiteX6" fmla="*/ 6517528 w 6535711"/>
                <a:gd name="connsiteY6" fmla="*/ 665472 h 1649722"/>
                <a:gd name="connsiteX7" fmla="*/ 6485778 w 6535711"/>
                <a:gd name="connsiteY7" fmla="*/ 1243322 h 1649722"/>
                <a:gd name="connsiteX8" fmla="*/ 6225428 w 6535711"/>
                <a:gd name="connsiteY8" fmla="*/ 1262372 h 1649722"/>
                <a:gd name="connsiteX9" fmla="*/ 5806328 w 6535711"/>
                <a:gd name="connsiteY9" fmla="*/ 1154422 h 1649722"/>
                <a:gd name="connsiteX10" fmla="*/ 5158628 w 6535711"/>
                <a:gd name="connsiteY10" fmla="*/ 1325872 h 1649722"/>
                <a:gd name="connsiteX11" fmla="*/ 4358528 w 6535711"/>
                <a:gd name="connsiteY11" fmla="*/ 1605272 h 1649722"/>
                <a:gd name="connsiteX12" fmla="*/ 3266328 w 6535711"/>
                <a:gd name="connsiteY12" fmla="*/ 1649722 h 1649722"/>
                <a:gd name="connsiteX13" fmla="*/ 1996328 w 6535711"/>
                <a:gd name="connsiteY13" fmla="*/ 1630672 h 1649722"/>
                <a:gd name="connsiteX14" fmla="*/ 827928 w 6535711"/>
                <a:gd name="connsiteY14" fmla="*/ 1433822 h 1649722"/>
                <a:gd name="connsiteX15" fmla="*/ 181815 w 6535711"/>
                <a:gd name="connsiteY15" fmla="*/ 1145691 h 1649722"/>
                <a:gd name="connsiteX16" fmla="*/ 111718 w 6535711"/>
                <a:gd name="connsiteY16" fmla="*/ 1051575 h 1649722"/>
                <a:gd name="connsiteX17" fmla="*/ 199279 w 6535711"/>
                <a:gd name="connsiteY17" fmla="*/ 1045679 h 1649722"/>
                <a:gd name="connsiteX18" fmla="*/ 335010 w 6535711"/>
                <a:gd name="connsiteY18" fmla="*/ 1086161 h 1649722"/>
                <a:gd name="connsiteX19" fmla="*/ 477885 w 6535711"/>
                <a:gd name="connsiteY19" fmla="*/ 1198079 h 1649722"/>
                <a:gd name="connsiteX20" fmla="*/ 587423 w 6535711"/>
                <a:gd name="connsiteY20" fmla="*/ 1288567 h 1649722"/>
                <a:gd name="connsiteX21" fmla="*/ 458835 w 6535711"/>
                <a:gd name="connsiteY21" fmla="*/ 1176648 h 1649722"/>
                <a:gd name="connsiteX22" fmla="*/ 365967 w 6535711"/>
                <a:gd name="connsiteY22" fmla="*/ 1098067 h 1649722"/>
                <a:gd name="connsiteX23" fmla="*/ 220710 w 6535711"/>
                <a:gd name="connsiteY23" fmla="*/ 1040917 h 1649722"/>
                <a:gd name="connsiteX24" fmla="*/ 81220 w 6535711"/>
                <a:gd name="connsiteY24" fmla="*/ 1019161 h 1649722"/>
                <a:gd name="connsiteX25" fmla="*/ 69711 w 6535711"/>
                <a:gd name="connsiteY25" fmla="*/ 1012718 h 1649722"/>
                <a:gd name="connsiteX26" fmla="*/ 47 w 6535711"/>
                <a:gd name="connsiteY26" fmla="*/ 965509 h 1649722"/>
                <a:gd name="connsiteX27" fmla="*/ 78628 w 6535711"/>
                <a:gd name="connsiteY27" fmla="*/ 811522 h 1649722"/>
                <a:gd name="connsiteX28" fmla="*/ 383428 w 6535711"/>
                <a:gd name="connsiteY28" fmla="*/ 633722 h 1649722"/>
                <a:gd name="connsiteX29" fmla="*/ 1126378 w 6535711"/>
                <a:gd name="connsiteY29" fmla="*/ 367022 h 1649722"/>
                <a:gd name="connsiteX30" fmla="*/ 1945528 w 6535711"/>
                <a:gd name="connsiteY30" fmla="*/ 113022 h 1649722"/>
                <a:gd name="connsiteX31" fmla="*/ 2874514 w 6535711"/>
                <a:gd name="connsiteY31" fmla="*/ 1103 h 1649722"/>
                <a:gd name="connsiteX0" fmla="*/ 2876744 w 6537941"/>
                <a:gd name="connsiteY0" fmla="*/ 1103 h 1649722"/>
                <a:gd name="connsiteX1" fmla="*/ 3217758 w 6537941"/>
                <a:gd name="connsiteY1" fmla="*/ 11422 h 1649722"/>
                <a:gd name="connsiteX2" fmla="*/ 4671908 w 6537941"/>
                <a:gd name="connsiteY2" fmla="*/ 367022 h 1649722"/>
                <a:gd name="connsiteX3" fmla="*/ 5408508 w 6537941"/>
                <a:gd name="connsiteY3" fmla="*/ 557522 h 1649722"/>
                <a:gd name="connsiteX4" fmla="*/ 5929208 w 6537941"/>
                <a:gd name="connsiteY4" fmla="*/ 646422 h 1649722"/>
                <a:gd name="connsiteX5" fmla="*/ 6278458 w 6537941"/>
                <a:gd name="connsiteY5" fmla="*/ 551172 h 1649722"/>
                <a:gd name="connsiteX6" fmla="*/ 6519758 w 6537941"/>
                <a:gd name="connsiteY6" fmla="*/ 665472 h 1649722"/>
                <a:gd name="connsiteX7" fmla="*/ 6488008 w 6537941"/>
                <a:gd name="connsiteY7" fmla="*/ 1243322 h 1649722"/>
                <a:gd name="connsiteX8" fmla="*/ 6227658 w 6537941"/>
                <a:gd name="connsiteY8" fmla="*/ 1262372 h 1649722"/>
                <a:gd name="connsiteX9" fmla="*/ 5808558 w 6537941"/>
                <a:gd name="connsiteY9" fmla="*/ 1154422 h 1649722"/>
                <a:gd name="connsiteX10" fmla="*/ 5160858 w 6537941"/>
                <a:gd name="connsiteY10" fmla="*/ 1325872 h 1649722"/>
                <a:gd name="connsiteX11" fmla="*/ 4360758 w 6537941"/>
                <a:gd name="connsiteY11" fmla="*/ 1605272 h 1649722"/>
                <a:gd name="connsiteX12" fmla="*/ 3268558 w 6537941"/>
                <a:gd name="connsiteY12" fmla="*/ 1649722 h 1649722"/>
                <a:gd name="connsiteX13" fmla="*/ 1998558 w 6537941"/>
                <a:gd name="connsiteY13" fmla="*/ 1630672 h 1649722"/>
                <a:gd name="connsiteX14" fmla="*/ 830158 w 6537941"/>
                <a:gd name="connsiteY14" fmla="*/ 1433822 h 1649722"/>
                <a:gd name="connsiteX15" fmla="*/ 184045 w 6537941"/>
                <a:gd name="connsiteY15" fmla="*/ 1145691 h 1649722"/>
                <a:gd name="connsiteX16" fmla="*/ 113948 w 6537941"/>
                <a:gd name="connsiteY16" fmla="*/ 1051575 h 1649722"/>
                <a:gd name="connsiteX17" fmla="*/ 201509 w 6537941"/>
                <a:gd name="connsiteY17" fmla="*/ 1045679 h 1649722"/>
                <a:gd name="connsiteX18" fmla="*/ 337240 w 6537941"/>
                <a:gd name="connsiteY18" fmla="*/ 1086161 h 1649722"/>
                <a:gd name="connsiteX19" fmla="*/ 480115 w 6537941"/>
                <a:gd name="connsiteY19" fmla="*/ 1198079 h 1649722"/>
                <a:gd name="connsiteX20" fmla="*/ 589653 w 6537941"/>
                <a:gd name="connsiteY20" fmla="*/ 1288567 h 1649722"/>
                <a:gd name="connsiteX21" fmla="*/ 461065 w 6537941"/>
                <a:gd name="connsiteY21" fmla="*/ 1176648 h 1649722"/>
                <a:gd name="connsiteX22" fmla="*/ 368197 w 6537941"/>
                <a:gd name="connsiteY22" fmla="*/ 1098067 h 1649722"/>
                <a:gd name="connsiteX23" fmla="*/ 222940 w 6537941"/>
                <a:gd name="connsiteY23" fmla="*/ 1040917 h 1649722"/>
                <a:gd name="connsiteX24" fmla="*/ 83450 w 6537941"/>
                <a:gd name="connsiteY24" fmla="*/ 1019161 h 1649722"/>
                <a:gd name="connsiteX25" fmla="*/ 71941 w 6537941"/>
                <a:gd name="connsiteY25" fmla="*/ 1012718 h 1649722"/>
                <a:gd name="connsiteX26" fmla="*/ 2277 w 6537941"/>
                <a:gd name="connsiteY26" fmla="*/ 965509 h 1649722"/>
                <a:gd name="connsiteX27" fmla="*/ 150708 w 6537941"/>
                <a:gd name="connsiteY27" fmla="*/ 789297 h 1649722"/>
                <a:gd name="connsiteX28" fmla="*/ 385658 w 6537941"/>
                <a:gd name="connsiteY28" fmla="*/ 633722 h 1649722"/>
                <a:gd name="connsiteX29" fmla="*/ 1128608 w 6537941"/>
                <a:gd name="connsiteY29" fmla="*/ 367022 h 1649722"/>
                <a:gd name="connsiteX30" fmla="*/ 1947758 w 6537941"/>
                <a:gd name="connsiteY30" fmla="*/ 113022 h 1649722"/>
                <a:gd name="connsiteX31" fmla="*/ 2876744 w 6537941"/>
                <a:gd name="connsiteY31" fmla="*/ 1103 h 1649722"/>
                <a:gd name="connsiteX0" fmla="*/ 2876744 w 6537941"/>
                <a:gd name="connsiteY0" fmla="*/ 1103 h 1649722"/>
                <a:gd name="connsiteX1" fmla="*/ 3217758 w 6537941"/>
                <a:gd name="connsiteY1" fmla="*/ 11422 h 1649722"/>
                <a:gd name="connsiteX2" fmla="*/ 4671908 w 6537941"/>
                <a:gd name="connsiteY2" fmla="*/ 367022 h 1649722"/>
                <a:gd name="connsiteX3" fmla="*/ 5408508 w 6537941"/>
                <a:gd name="connsiteY3" fmla="*/ 557522 h 1649722"/>
                <a:gd name="connsiteX4" fmla="*/ 5929208 w 6537941"/>
                <a:gd name="connsiteY4" fmla="*/ 646422 h 1649722"/>
                <a:gd name="connsiteX5" fmla="*/ 6278458 w 6537941"/>
                <a:gd name="connsiteY5" fmla="*/ 551172 h 1649722"/>
                <a:gd name="connsiteX6" fmla="*/ 6519758 w 6537941"/>
                <a:gd name="connsiteY6" fmla="*/ 665472 h 1649722"/>
                <a:gd name="connsiteX7" fmla="*/ 6488008 w 6537941"/>
                <a:gd name="connsiteY7" fmla="*/ 1243322 h 1649722"/>
                <a:gd name="connsiteX8" fmla="*/ 6227658 w 6537941"/>
                <a:gd name="connsiteY8" fmla="*/ 1262372 h 1649722"/>
                <a:gd name="connsiteX9" fmla="*/ 5808558 w 6537941"/>
                <a:gd name="connsiteY9" fmla="*/ 1154422 h 1649722"/>
                <a:gd name="connsiteX10" fmla="*/ 5160858 w 6537941"/>
                <a:gd name="connsiteY10" fmla="*/ 1325872 h 1649722"/>
                <a:gd name="connsiteX11" fmla="*/ 4360758 w 6537941"/>
                <a:gd name="connsiteY11" fmla="*/ 1605272 h 1649722"/>
                <a:gd name="connsiteX12" fmla="*/ 3268558 w 6537941"/>
                <a:gd name="connsiteY12" fmla="*/ 1649722 h 1649722"/>
                <a:gd name="connsiteX13" fmla="*/ 1998558 w 6537941"/>
                <a:gd name="connsiteY13" fmla="*/ 1630672 h 1649722"/>
                <a:gd name="connsiteX14" fmla="*/ 830158 w 6537941"/>
                <a:gd name="connsiteY14" fmla="*/ 1433822 h 1649722"/>
                <a:gd name="connsiteX15" fmla="*/ 184045 w 6537941"/>
                <a:gd name="connsiteY15" fmla="*/ 1145691 h 1649722"/>
                <a:gd name="connsiteX16" fmla="*/ 113948 w 6537941"/>
                <a:gd name="connsiteY16" fmla="*/ 1051575 h 1649722"/>
                <a:gd name="connsiteX17" fmla="*/ 201509 w 6537941"/>
                <a:gd name="connsiteY17" fmla="*/ 1045679 h 1649722"/>
                <a:gd name="connsiteX18" fmla="*/ 337240 w 6537941"/>
                <a:gd name="connsiteY18" fmla="*/ 1086161 h 1649722"/>
                <a:gd name="connsiteX19" fmla="*/ 480115 w 6537941"/>
                <a:gd name="connsiteY19" fmla="*/ 1198079 h 1649722"/>
                <a:gd name="connsiteX20" fmla="*/ 589653 w 6537941"/>
                <a:gd name="connsiteY20" fmla="*/ 1288567 h 1649722"/>
                <a:gd name="connsiteX21" fmla="*/ 461065 w 6537941"/>
                <a:gd name="connsiteY21" fmla="*/ 1176648 h 1649722"/>
                <a:gd name="connsiteX22" fmla="*/ 368197 w 6537941"/>
                <a:gd name="connsiteY22" fmla="*/ 1098067 h 1649722"/>
                <a:gd name="connsiteX23" fmla="*/ 222940 w 6537941"/>
                <a:gd name="connsiteY23" fmla="*/ 1040917 h 1649722"/>
                <a:gd name="connsiteX24" fmla="*/ 83450 w 6537941"/>
                <a:gd name="connsiteY24" fmla="*/ 1019161 h 1649722"/>
                <a:gd name="connsiteX25" fmla="*/ 71941 w 6537941"/>
                <a:gd name="connsiteY25" fmla="*/ 1012718 h 1649722"/>
                <a:gd name="connsiteX26" fmla="*/ 2277 w 6537941"/>
                <a:gd name="connsiteY26" fmla="*/ 965509 h 1649722"/>
                <a:gd name="connsiteX27" fmla="*/ 150708 w 6537941"/>
                <a:gd name="connsiteY27" fmla="*/ 789297 h 1649722"/>
                <a:gd name="connsiteX28" fmla="*/ 572983 w 6537941"/>
                <a:gd name="connsiteY28" fmla="*/ 573397 h 1649722"/>
                <a:gd name="connsiteX29" fmla="*/ 1128608 w 6537941"/>
                <a:gd name="connsiteY29" fmla="*/ 367022 h 1649722"/>
                <a:gd name="connsiteX30" fmla="*/ 1947758 w 6537941"/>
                <a:gd name="connsiteY30" fmla="*/ 113022 h 1649722"/>
                <a:gd name="connsiteX31" fmla="*/ 2876744 w 6537941"/>
                <a:gd name="connsiteY31" fmla="*/ 1103 h 1649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37941" h="1649722">
                  <a:moveTo>
                    <a:pt x="2876744" y="1103"/>
                  </a:moveTo>
                  <a:cubicBezTo>
                    <a:pt x="2989886" y="-1807"/>
                    <a:pt x="3104252" y="839"/>
                    <a:pt x="3217758" y="11422"/>
                  </a:cubicBezTo>
                  <a:cubicBezTo>
                    <a:pt x="3671783" y="53755"/>
                    <a:pt x="4306783" y="276005"/>
                    <a:pt x="4671908" y="367022"/>
                  </a:cubicBezTo>
                  <a:cubicBezTo>
                    <a:pt x="5037033" y="458039"/>
                    <a:pt x="5198958" y="510955"/>
                    <a:pt x="5408508" y="557522"/>
                  </a:cubicBezTo>
                  <a:cubicBezTo>
                    <a:pt x="5618058" y="604089"/>
                    <a:pt x="5784216" y="647480"/>
                    <a:pt x="5929208" y="646422"/>
                  </a:cubicBezTo>
                  <a:cubicBezTo>
                    <a:pt x="6074200" y="645364"/>
                    <a:pt x="6180033" y="547997"/>
                    <a:pt x="6278458" y="551172"/>
                  </a:cubicBezTo>
                  <a:cubicBezTo>
                    <a:pt x="6376883" y="554347"/>
                    <a:pt x="6484833" y="550114"/>
                    <a:pt x="6519758" y="665472"/>
                  </a:cubicBezTo>
                  <a:cubicBezTo>
                    <a:pt x="6554683" y="780830"/>
                    <a:pt x="6536691" y="1143839"/>
                    <a:pt x="6488008" y="1243322"/>
                  </a:cubicBezTo>
                  <a:cubicBezTo>
                    <a:pt x="6439325" y="1342805"/>
                    <a:pt x="6340900" y="1277189"/>
                    <a:pt x="6227658" y="1262372"/>
                  </a:cubicBezTo>
                  <a:cubicBezTo>
                    <a:pt x="6114416" y="1247555"/>
                    <a:pt x="5986358" y="1143839"/>
                    <a:pt x="5808558" y="1154422"/>
                  </a:cubicBezTo>
                  <a:cubicBezTo>
                    <a:pt x="5630758" y="1165005"/>
                    <a:pt x="5402158" y="1250730"/>
                    <a:pt x="5160858" y="1325872"/>
                  </a:cubicBezTo>
                  <a:cubicBezTo>
                    <a:pt x="4919558" y="1401014"/>
                    <a:pt x="4676141" y="1551297"/>
                    <a:pt x="4360758" y="1605272"/>
                  </a:cubicBezTo>
                  <a:cubicBezTo>
                    <a:pt x="4045375" y="1659247"/>
                    <a:pt x="3662258" y="1645489"/>
                    <a:pt x="3268558" y="1649722"/>
                  </a:cubicBezTo>
                  <a:lnTo>
                    <a:pt x="1998558" y="1630672"/>
                  </a:lnTo>
                  <a:cubicBezTo>
                    <a:pt x="1592158" y="1594689"/>
                    <a:pt x="1132577" y="1514652"/>
                    <a:pt x="830158" y="1433822"/>
                  </a:cubicBezTo>
                  <a:cubicBezTo>
                    <a:pt x="527739" y="1352992"/>
                    <a:pt x="305092" y="1212895"/>
                    <a:pt x="184045" y="1145691"/>
                  </a:cubicBezTo>
                  <a:cubicBezTo>
                    <a:pt x="93260" y="1095288"/>
                    <a:pt x="112980" y="1072343"/>
                    <a:pt x="113948" y="1051575"/>
                  </a:cubicBezTo>
                  <a:lnTo>
                    <a:pt x="201509" y="1045679"/>
                  </a:lnTo>
                  <a:cubicBezTo>
                    <a:pt x="239609" y="1054013"/>
                    <a:pt x="290806" y="1060761"/>
                    <a:pt x="337240" y="1086161"/>
                  </a:cubicBezTo>
                  <a:cubicBezTo>
                    <a:pt x="383674" y="1111561"/>
                    <a:pt x="480115" y="1198079"/>
                    <a:pt x="480115" y="1198079"/>
                  </a:cubicBezTo>
                  <a:cubicBezTo>
                    <a:pt x="522184" y="1231813"/>
                    <a:pt x="592828" y="1292139"/>
                    <a:pt x="589653" y="1288567"/>
                  </a:cubicBezTo>
                  <a:cubicBezTo>
                    <a:pt x="586478" y="1284995"/>
                    <a:pt x="497974" y="1208398"/>
                    <a:pt x="461065" y="1176648"/>
                  </a:cubicBezTo>
                  <a:cubicBezTo>
                    <a:pt x="424156" y="1144898"/>
                    <a:pt x="407884" y="1120689"/>
                    <a:pt x="368197" y="1098067"/>
                  </a:cubicBezTo>
                  <a:cubicBezTo>
                    <a:pt x="328510" y="1075445"/>
                    <a:pt x="270398" y="1054068"/>
                    <a:pt x="222940" y="1040917"/>
                  </a:cubicBezTo>
                  <a:cubicBezTo>
                    <a:pt x="175482" y="1027766"/>
                    <a:pt x="108616" y="1023861"/>
                    <a:pt x="83450" y="1019161"/>
                  </a:cubicBezTo>
                  <a:lnTo>
                    <a:pt x="71941" y="1012718"/>
                  </a:lnTo>
                  <a:cubicBezTo>
                    <a:pt x="35491" y="998226"/>
                    <a:pt x="-10851" y="1002746"/>
                    <a:pt x="2277" y="965509"/>
                  </a:cubicBezTo>
                  <a:cubicBezTo>
                    <a:pt x="15405" y="928272"/>
                    <a:pt x="55590" y="854649"/>
                    <a:pt x="150708" y="789297"/>
                  </a:cubicBezTo>
                  <a:cubicBezTo>
                    <a:pt x="245826" y="723945"/>
                    <a:pt x="410000" y="643776"/>
                    <a:pt x="572983" y="573397"/>
                  </a:cubicBezTo>
                  <a:cubicBezTo>
                    <a:pt x="735966" y="503018"/>
                    <a:pt x="868258" y="453805"/>
                    <a:pt x="1128608" y="367022"/>
                  </a:cubicBezTo>
                  <a:cubicBezTo>
                    <a:pt x="1388958" y="280239"/>
                    <a:pt x="1599566" y="172289"/>
                    <a:pt x="1947758" y="113022"/>
                  </a:cubicBezTo>
                  <a:cubicBezTo>
                    <a:pt x="2208902" y="68572"/>
                    <a:pt x="2537316" y="9835"/>
                    <a:pt x="2876744" y="1103"/>
                  </a:cubicBezTo>
                  <a:close/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AA5B9A9E-83B1-4106-9C21-987E07D102E7}"/>
                </a:ext>
              </a:extLst>
            </p:cNvPr>
            <p:cNvSpPr/>
            <p:nvPr/>
          </p:nvSpPr>
          <p:spPr>
            <a:xfrm>
              <a:off x="3644488" y="2084636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0991E297-AA2D-452A-8324-7C5096E433BE}"/>
                </a:ext>
              </a:extLst>
            </p:cNvPr>
            <p:cNvSpPr/>
            <p:nvPr/>
          </p:nvSpPr>
          <p:spPr>
            <a:xfrm>
              <a:off x="4592467" y="2093059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C85B39B3-1771-4DD1-802B-C549FAB02DEA}"/>
                </a:ext>
              </a:extLst>
            </p:cNvPr>
            <p:cNvSpPr/>
            <p:nvPr/>
          </p:nvSpPr>
          <p:spPr>
            <a:xfrm>
              <a:off x="4066732" y="2042518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Oval 1044">
              <a:extLst>
                <a:ext uri="{FF2B5EF4-FFF2-40B4-BE49-F238E27FC236}">
                  <a16:creationId xmlns:a16="http://schemas.microsoft.com/office/drawing/2014/main" id="{9B81468C-86E9-4D7D-9C38-FE547D136F27}"/>
                </a:ext>
              </a:extLst>
            </p:cNvPr>
            <p:cNvSpPr/>
            <p:nvPr/>
          </p:nvSpPr>
          <p:spPr>
            <a:xfrm>
              <a:off x="5481189" y="2359859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6" name="Oval 1045">
              <a:extLst>
                <a:ext uri="{FF2B5EF4-FFF2-40B4-BE49-F238E27FC236}">
                  <a16:creationId xmlns:a16="http://schemas.microsoft.com/office/drawing/2014/main" id="{4B96BCEC-27C9-4A44-BD79-4A272D3C5853}"/>
                </a:ext>
              </a:extLst>
            </p:cNvPr>
            <p:cNvSpPr/>
            <p:nvPr/>
          </p:nvSpPr>
          <p:spPr>
            <a:xfrm>
              <a:off x="5435572" y="2105714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F5597F9F-8767-4639-A26E-B84A382F5A17}"/>
                </a:ext>
              </a:extLst>
            </p:cNvPr>
            <p:cNvSpPr/>
            <p:nvPr/>
          </p:nvSpPr>
          <p:spPr>
            <a:xfrm>
              <a:off x="7933818" y="2484197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D27A6B90-376D-460E-A630-36E3F7A180F5}"/>
                </a:ext>
              </a:extLst>
            </p:cNvPr>
            <p:cNvSpPr/>
            <p:nvPr/>
          </p:nvSpPr>
          <p:spPr>
            <a:xfrm>
              <a:off x="8154299" y="2406661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F451AC6F-BA07-4D6B-9125-04B426CA6078}"/>
                </a:ext>
              </a:extLst>
            </p:cNvPr>
            <p:cNvSpPr/>
            <p:nvPr/>
          </p:nvSpPr>
          <p:spPr>
            <a:xfrm>
              <a:off x="5021617" y="2205348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Oval 1049">
              <a:extLst>
                <a:ext uri="{FF2B5EF4-FFF2-40B4-BE49-F238E27FC236}">
                  <a16:creationId xmlns:a16="http://schemas.microsoft.com/office/drawing/2014/main" id="{CEBB2E6A-71A3-4A2C-B2F9-6D8D4ED4E4D4}"/>
                </a:ext>
              </a:extLst>
            </p:cNvPr>
            <p:cNvSpPr/>
            <p:nvPr/>
          </p:nvSpPr>
          <p:spPr>
            <a:xfrm>
              <a:off x="2370425" y="2421714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F3451383-DEE4-4D0A-8189-5C50C886E64B}"/>
                </a:ext>
              </a:extLst>
            </p:cNvPr>
            <p:cNvSpPr/>
            <p:nvPr/>
          </p:nvSpPr>
          <p:spPr>
            <a:xfrm>
              <a:off x="2735393" y="2413505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Oval 1051">
              <a:extLst>
                <a:ext uri="{FF2B5EF4-FFF2-40B4-BE49-F238E27FC236}">
                  <a16:creationId xmlns:a16="http://schemas.microsoft.com/office/drawing/2014/main" id="{35C387EE-D2C3-49B7-97C8-47AF0A6D5003}"/>
                </a:ext>
              </a:extLst>
            </p:cNvPr>
            <p:cNvSpPr/>
            <p:nvPr/>
          </p:nvSpPr>
          <p:spPr>
            <a:xfrm>
              <a:off x="3304085" y="2205348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2F0AC069-DA38-4DF9-8DEB-2970C95DF5B4}"/>
                </a:ext>
              </a:extLst>
            </p:cNvPr>
            <p:cNvSpPr/>
            <p:nvPr/>
          </p:nvSpPr>
          <p:spPr>
            <a:xfrm>
              <a:off x="6709745" y="2358580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837780A3-F00B-4CE8-8231-21E69C4246E1}"/>
                </a:ext>
              </a:extLst>
            </p:cNvPr>
            <p:cNvSpPr/>
            <p:nvPr/>
          </p:nvSpPr>
          <p:spPr>
            <a:xfrm>
              <a:off x="6261450" y="2164795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5" name="Oval 1054">
              <a:extLst>
                <a:ext uri="{FF2B5EF4-FFF2-40B4-BE49-F238E27FC236}">
                  <a16:creationId xmlns:a16="http://schemas.microsoft.com/office/drawing/2014/main" id="{020A2C4E-48BE-45E8-BE10-615459872055}"/>
                </a:ext>
              </a:extLst>
            </p:cNvPr>
            <p:cNvSpPr/>
            <p:nvPr/>
          </p:nvSpPr>
          <p:spPr>
            <a:xfrm>
              <a:off x="7173114" y="2533399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6" name="Oval 1055">
              <a:extLst>
                <a:ext uri="{FF2B5EF4-FFF2-40B4-BE49-F238E27FC236}">
                  <a16:creationId xmlns:a16="http://schemas.microsoft.com/office/drawing/2014/main" id="{4A79D009-0B64-436B-B12F-B0D29D25ABFA}"/>
                </a:ext>
              </a:extLst>
            </p:cNvPr>
            <p:cNvSpPr/>
            <p:nvPr/>
          </p:nvSpPr>
          <p:spPr>
            <a:xfrm>
              <a:off x="5934912" y="2183552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Oval 1056">
              <a:extLst>
                <a:ext uri="{FF2B5EF4-FFF2-40B4-BE49-F238E27FC236}">
                  <a16:creationId xmlns:a16="http://schemas.microsoft.com/office/drawing/2014/main" id="{8931B771-1DE6-4E7B-A63F-6DADBDAE6F54}"/>
                </a:ext>
              </a:extLst>
            </p:cNvPr>
            <p:cNvSpPr/>
            <p:nvPr/>
          </p:nvSpPr>
          <p:spPr>
            <a:xfrm>
              <a:off x="4917992" y="1909369"/>
              <a:ext cx="98916" cy="9891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04C12888-45AD-4540-9B95-BA643EF28A60}"/>
                </a:ext>
              </a:extLst>
            </p:cNvPr>
            <p:cNvSpPr/>
            <p:nvPr/>
          </p:nvSpPr>
          <p:spPr>
            <a:xfrm>
              <a:off x="3477890" y="2057909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Oval 1058">
              <a:extLst>
                <a:ext uri="{FF2B5EF4-FFF2-40B4-BE49-F238E27FC236}">
                  <a16:creationId xmlns:a16="http://schemas.microsoft.com/office/drawing/2014/main" id="{C4687653-CE3D-4E83-AC72-2BC7F838D95B}"/>
                </a:ext>
              </a:extLst>
            </p:cNvPr>
            <p:cNvSpPr/>
            <p:nvPr/>
          </p:nvSpPr>
          <p:spPr>
            <a:xfrm>
              <a:off x="3852098" y="2208055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FFD7217A-718A-4E5A-9329-8FBE7DB3B8A7}"/>
                </a:ext>
              </a:extLst>
            </p:cNvPr>
            <p:cNvSpPr/>
            <p:nvPr/>
          </p:nvSpPr>
          <p:spPr>
            <a:xfrm>
              <a:off x="3907996" y="1937507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2965A8D3-DBE9-40C5-AF9C-2EEFE8F40531}"/>
                </a:ext>
              </a:extLst>
            </p:cNvPr>
            <p:cNvSpPr/>
            <p:nvPr/>
          </p:nvSpPr>
          <p:spPr>
            <a:xfrm>
              <a:off x="4236934" y="2264878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ED8DFCB4-AAAC-43AF-92AE-A91877FBB216}"/>
                </a:ext>
              </a:extLst>
            </p:cNvPr>
            <p:cNvSpPr/>
            <p:nvPr/>
          </p:nvSpPr>
          <p:spPr>
            <a:xfrm>
              <a:off x="4253397" y="1895912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0AFCBEC6-8923-4E62-B617-435B8AD1F095}"/>
                </a:ext>
              </a:extLst>
            </p:cNvPr>
            <p:cNvSpPr/>
            <p:nvPr/>
          </p:nvSpPr>
          <p:spPr>
            <a:xfrm>
              <a:off x="4470028" y="2114340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9AC145DE-6999-4246-AA57-F18C45A706B0}"/>
                </a:ext>
              </a:extLst>
            </p:cNvPr>
            <p:cNvSpPr/>
            <p:nvPr/>
          </p:nvSpPr>
          <p:spPr>
            <a:xfrm>
              <a:off x="4752870" y="184551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0ED1AF29-A433-4E56-88C6-8F2D6D2FADEA}"/>
                </a:ext>
              </a:extLst>
            </p:cNvPr>
            <p:cNvSpPr/>
            <p:nvPr/>
          </p:nvSpPr>
          <p:spPr>
            <a:xfrm>
              <a:off x="3146574" y="2172142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9ABB2C56-F946-404F-B6B1-39E6D41CA919}"/>
                </a:ext>
              </a:extLst>
            </p:cNvPr>
            <p:cNvSpPr/>
            <p:nvPr/>
          </p:nvSpPr>
          <p:spPr>
            <a:xfrm>
              <a:off x="3782690" y="2362709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5F0ECD9A-817F-4A59-9F14-6DF42988F222}"/>
                </a:ext>
              </a:extLst>
            </p:cNvPr>
            <p:cNvSpPr/>
            <p:nvPr/>
          </p:nvSpPr>
          <p:spPr>
            <a:xfrm>
              <a:off x="2607918" y="2319065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B3B51CD5-CF7D-4187-AC89-55C0E675190E}"/>
                </a:ext>
              </a:extLst>
            </p:cNvPr>
            <p:cNvSpPr/>
            <p:nvPr/>
          </p:nvSpPr>
          <p:spPr>
            <a:xfrm>
              <a:off x="2103197" y="2548327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9" name="Oval 1068">
              <a:extLst>
                <a:ext uri="{FF2B5EF4-FFF2-40B4-BE49-F238E27FC236}">
                  <a16:creationId xmlns:a16="http://schemas.microsoft.com/office/drawing/2014/main" id="{48C3EC6D-A03F-468E-9BF2-9BA1C94AC127}"/>
                </a:ext>
              </a:extLst>
            </p:cNvPr>
            <p:cNvSpPr/>
            <p:nvPr/>
          </p:nvSpPr>
          <p:spPr>
            <a:xfrm>
              <a:off x="4482517" y="1900406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F01D3849-42E3-451B-BAB4-438429D8A7E0}"/>
                </a:ext>
              </a:extLst>
            </p:cNvPr>
            <p:cNvSpPr/>
            <p:nvPr/>
          </p:nvSpPr>
          <p:spPr>
            <a:xfrm>
              <a:off x="4829092" y="2225413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1" name="Oval 1070">
              <a:extLst>
                <a:ext uri="{FF2B5EF4-FFF2-40B4-BE49-F238E27FC236}">
                  <a16:creationId xmlns:a16="http://schemas.microsoft.com/office/drawing/2014/main" id="{8B593C18-929B-451A-9EAE-33A8E1CE75A5}"/>
                </a:ext>
              </a:extLst>
            </p:cNvPr>
            <p:cNvSpPr/>
            <p:nvPr/>
          </p:nvSpPr>
          <p:spPr>
            <a:xfrm>
              <a:off x="5234336" y="1992849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4A386E54-7F87-4172-91CD-E2F9F9B5E11A}"/>
                </a:ext>
              </a:extLst>
            </p:cNvPr>
            <p:cNvSpPr/>
            <p:nvPr/>
          </p:nvSpPr>
          <p:spPr>
            <a:xfrm>
              <a:off x="5737071" y="2378959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3" name="Oval 1072">
              <a:extLst>
                <a:ext uri="{FF2B5EF4-FFF2-40B4-BE49-F238E27FC236}">
                  <a16:creationId xmlns:a16="http://schemas.microsoft.com/office/drawing/2014/main" id="{60FB6262-9DF7-4C0C-8B11-703B0271188E}"/>
                </a:ext>
              </a:extLst>
            </p:cNvPr>
            <p:cNvSpPr/>
            <p:nvPr/>
          </p:nvSpPr>
          <p:spPr>
            <a:xfrm>
              <a:off x="5556905" y="2218877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4" name="Oval 1073">
              <a:extLst>
                <a:ext uri="{FF2B5EF4-FFF2-40B4-BE49-F238E27FC236}">
                  <a16:creationId xmlns:a16="http://schemas.microsoft.com/office/drawing/2014/main" id="{234ACB5E-1E3A-45EC-AF6A-E2B32B3CEE55}"/>
                </a:ext>
              </a:extLst>
            </p:cNvPr>
            <p:cNvSpPr/>
            <p:nvPr/>
          </p:nvSpPr>
          <p:spPr>
            <a:xfrm>
              <a:off x="5827400" y="2117666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5" name="Oval 1074">
              <a:extLst>
                <a:ext uri="{FF2B5EF4-FFF2-40B4-BE49-F238E27FC236}">
                  <a16:creationId xmlns:a16="http://schemas.microsoft.com/office/drawing/2014/main" id="{F69891F4-5C05-43A4-80A1-53AE7EBE8EC2}"/>
                </a:ext>
              </a:extLst>
            </p:cNvPr>
            <p:cNvSpPr/>
            <p:nvPr/>
          </p:nvSpPr>
          <p:spPr>
            <a:xfrm>
              <a:off x="6379232" y="237245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6" name="Oval 1075">
              <a:extLst>
                <a:ext uri="{FF2B5EF4-FFF2-40B4-BE49-F238E27FC236}">
                  <a16:creationId xmlns:a16="http://schemas.microsoft.com/office/drawing/2014/main" id="{20AEF78E-E65C-4AC7-8AAD-0B9C0C363AE5}"/>
                </a:ext>
              </a:extLst>
            </p:cNvPr>
            <p:cNvSpPr/>
            <p:nvPr/>
          </p:nvSpPr>
          <p:spPr>
            <a:xfrm>
              <a:off x="5996643" y="242171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7" name="Oval 1076">
              <a:extLst>
                <a:ext uri="{FF2B5EF4-FFF2-40B4-BE49-F238E27FC236}">
                  <a16:creationId xmlns:a16="http://schemas.microsoft.com/office/drawing/2014/main" id="{81EF8D17-2AB7-4F92-8783-BC12435A76CD}"/>
                </a:ext>
              </a:extLst>
            </p:cNvPr>
            <p:cNvSpPr/>
            <p:nvPr/>
          </p:nvSpPr>
          <p:spPr>
            <a:xfrm>
              <a:off x="5495604" y="1938618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8" name="Oval 1077">
              <a:extLst>
                <a:ext uri="{FF2B5EF4-FFF2-40B4-BE49-F238E27FC236}">
                  <a16:creationId xmlns:a16="http://schemas.microsoft.com/office/drawing/2014/main" id="{1CE5845C-EE09-4D0C-90E5-E8646922573B}"/>
                </a:ext>
              </a:extLst>
            </p:cNvPr>
            <p:cNvSpPr/>
            <p:nvPr/>
          </p:nvSpPr>
          <p:spPr>
            <a:xfrm>
              <a:off x="5057670" y="215031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9" name="Oval 1078">
              <a:extLst>
                <a:ext uri="{FF2B5EF4-FFF2-40B4-BE49-F238E27FC236}">
                  <a16:creationId xmlns:a16="http://schemas.microsoft.com/office/drawing/2014/main" id="{CB8426C6-67A3-428F-A580-4D04AF2FC890}"/>
                </a:ext>
              </a:extLst>
            </p:cNvPr>
            <p:cNvSpPr/>
            <p:nvPr/>
          </p:nvSpPr>
          <p:spPr>
            <a:xfrm>
              <a:off x="5296502" y="2232130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0" name="Oval 1079">
              <a:extLst>
                <a:ext uri="{FF2B5EF4-FFF2-40B4-BE49-F238E27FC236}">
                  <a16:creationId xmlns:a16="http://schemas.microsoft.com/office/drawing/2014/main" id="{052F7812-04C3-4150-BFD8-9F0BDF344C10}"/>
                </a:ext>
              </a:extLst>
            </p:cNvPr>
            <p:cNvSpPr/>
            <p:nvPr/>
          </p:nvSpPr>
          <p:spPr>
            <a:xfrm>
              <a:off x="6889160" y="2302861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1" name="Oval 1080">
              <a:extLst>
                <a:ext uri="{FF2B5EF4-FFF2-40B4-BE49-F238E27FC236}">
                  <a16:creationId xmlns:a16="http://schemas.microsoft.com/office/drawing/2014/main" id="{1292373B-0334-4AB2-AB8A-52EA575676EA}"/>
                </a:ext>
              </a:extLst>
            </p:cNvPr>
            <p:cNvSpPr/>
            <p:nvPr/>
          </p:nvSpPr>
          <p:spPr>
            <a:xfrm>
              <a:off x="7077162" y="2367735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2" name="Oval 1081">
              <a:extLst>
                <a:ext uri="{FF2B5EF4-FFF2-40B4-BE49-F238E27FC236}">
                  <a16:creationId xmlns:a16="http://schemas.microsoft.com/office/drawing/2014/main" id="{9D143D33-5F62-4A9B-8CDE-C8858BA5CC08}"/>
                </a:ext>
              </a:extLst>
            </p:cNvPr>
            <p:cNvSpPr/>
            <p:nvPr/>
          </p:nvSpPr>
          <p:spPr>
            <a:xfrm>
              <a:off x="6540872" y="2233954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3" name="Oval 1082">
              <a:extLst>
                <a:ext uri="{FF2B5EF4-FFF2-40B4-BE49-F238E27FC236}">
                  <a16:creationId xmlns:a16="http://schemas.microsoft.com/office/drawing/2014/main" id="{8855C395-97A6-40CD-8F70-55A4013FEA78}"/>
                </a:ext>
              </a:extLst>
            </p:cNvPr>
            <p:cNvSpPr/>
            <p:nvPr/>
          </p:nvSpPr>
          <p:spPr>
            <a:xfrm>
              <a:off x="8256580" y="2582857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4" name="Oval 1083">
              <a:extLst>
                <a:ext uri="{FF2B5EF4-FFF2-40B4-BE49-F238E27FC236}">
                  <a16:creationId xmlns:a16="http://schemas.microsoft.com/office/drawing/2014/main" id="{FB4841C0-F693-499E-AFA3-1362C5DBA294}"/>
                </a:ext>
              </a:extLst>
            </p:cNvPr>
            <p:cNvSpPr/>
            <p:nvPr/>
          </p:nvSpPr>
          <p:spPr>
            <a:xfrm>
              <a:off x="7596794" y="2521233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5" name="Oval 1084">
              <a:extLst>
                <a:ext uri="{FF2B5EF4-FFF2-40B4-BE49-F238E27FC236}">
                  <a16:creationId xmlns:a16="http://schemas.microsoft.com/office/drawing/2014/main" id="{1B722EC6-0BB0-48CD-AD67-6F23E4C81F62}"/>
                </a:ext>
              </a:extLst>
            </p:cNvPr>
            <p:cNvSpPr/>
            <p:nvPr/>
          </p:nvSpPr>
          <p:spPr>
            <a:xfrm>
              <a:off x="7497782" y="2433146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6" name="Oval 1085">
              <a:extLst>
                <a:ext uri="{FF2B5EF4-FFF2-40B4-BE49-F238E27FC236}">
                  <a16:creationId xmlns:a16="http://schemas.microsoft.com/office/drawing/2014/main" id="{C4B68CC1-CE56-417B-838C-29881C04F83A}"/>
                </a:ext>
              </a:extLst>
            </p:cNvPr>
            <p:cNvSpPr/>
            <p:nvPr/>
          </p:nvSpPr>
          <p:spPr>
            <a:xfrm>
              <a:off x="7813597" y="2471172"/>
              <a:ext cx="54187" cy="5418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5E8621E1-4FB3-4333-B7E0-3C610DA630F7}"/>
                </a:ext>
              </a:extLst>
            </p:cNvPr>
            <p:cNvSpPr/>
            <p:nvPr/>
          </p:nvSpPr>
          <p:spPr>
            <a:xfrm>
              <a:off x="5327870" y="3349620"/>
              <a:ext cx="576773" cy="658281"/>
            </a:xfrm>
            <a:custGeom>
              <a:avLst/>
              <a:gdLst>
                <a:gd name="connsiteX0" fmla="*/ 0 w 576773"/>
                <a:gd name="connsiteY0" fmla="*/ 50800 h 658281"/>
                <a:gd name="connsiteX1" fmla="*/ 247650 w 576773"/>
                <a:gd name="connsiteY1" fmla="*/ 654050 h 658281"/>
                <a:gd name="connsiteX2" fmla="*/ 527050 w 576773"/>
                <a:gd name="connsiteY2" fmla="*/ 311150 h 658281"/>
                <a:gd name="connsiteX3" fmla="*/ 539750 w 576773"/>
                <a:gd name="connsiteY3" fmla="*/ 152400 h 658281"/>
                <a:gd name="connsiteX4" fmla="*/ 146050 w 576773"/>
                <a:gd name="connsiteY4" fmla="*/ 0 h 65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773" h="658281">
                  <a:moveTo>
                    <a:pt x="0" y="50800"/>
                  </a:moveTo>
                  <a:cubicBezTo>
                    <a:pt x="79904" y="330729"/>
                    <a:pt x="159808" y="610658"/>
                    <a:pt x="247650" y="654050"/>
                  </a:cubicBezTo>
                  <a:cubicBezTo>
                    <a:pt x="335492" y="697442"/>
                    <a:pt x="478367" y="394758"/>
                    <a:pt x="527050" y="311150"/>
                  </a:cubicBezTo>
                  <a:cubicBezTo>
                    <a:pt x="575733" y="227542"/>
                    <a:pt x="603250" y="204258"/>
                    <a:pt x="539750" y="152400"/>
                  </a:cubicBezTo>
                  <a:cubicBezTo>
                    <a:pt x="476250" y="100542"/>
                    <a:pt x="311150" y="50271"/>
                    <a:pt x="146050" y="0"/>
                  </a:cubicBezTo>
                </a:path>
              </a:pathLst>
            </a:custGeom>
            <a:gradFill>
              <a:gsLst>
                <a:gs pos="20000">
                  <a:srgbClr val="DBE1E9"/>
                </a:gs>
                <a:gs pos="75000">
                  <a:srgbClr val="737373"/>
                </a:gs>
              </a:gsLst>
              <a:lin ang="240000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88" name="Group 1087">
              <a:extLst>
                <a:ext uri="{FF2B5EF4-FFF2-40B4-BE49-F238E27FC236}">
                  <a16:creationId xmlns:a16="http://schemas.microsoft.com/office/drawing/2014/main" id="{FB52E866-77D4-4C39-A6AC-FC3AC998F574}"/>
                </a:ext>
              </a:extLst>
            </p:cNvPr>
            <p:cNvGrpSpPr/>
            <p:nvPr/>
          </p:nvGrpSpPr>
          <p:grpSpPr>
            <a:xfrm>
              <a:off x="2261566" y="2484197"/>
              <a:ext cx="250634" cy="254193"/>
              <a:chOff x="1096705" y="2153857"/>
              <a:chExt cx="462016" cy="468575"/>
            </a:xfrm>
          </p:grpSpPr>
          <p:sp>
            <p:nvSpPr>
              <p:cNvPr id="1089" name="Oval 1088">
                <a:extLst>
                  <a:ext uri="{FF2B5EF4-FFF2-40B4-BE49-F238E27FC236}">
                    <a16:creationId xmlns:a16="http://schemas.microsoft.com/office/drawing/2014/main" id="{27E5ADE3-740D-4A45-A3E9-117279EB205B}"/>
                  </a:ext>
                </a:extLst>
              </p:cNvPr>
              <p:cNvSpPr/>
              <p:nvPr/>
            </p:nvSpPr>
            <p:spPr>
              <a:xfrm flipH="1">
                <a:off x="1096705" y="2153857"/>
                <a:ext cx="462016" cy="468575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0" name="Oval 1089">
                <a:extLst>
                  <a:ext uri="{FF2B5EF4-FFF2-40B4-BE49-F238E27FC236}">
                    <a16:creationId xmlns:a16="http://schemas.microsoft.com/office/drawing/2014/main" id="{4C12EB2F-6AB8-48C9-91E9-FD67CDD390F4}"/>
                  </a:ext>
                </a:extLst>
              </p:cNvPr>
              <p:cNvSpPr/>
              <p:nvPr/>
            </p:nvSpPr>
            <p:spPr>
              <a:xfrm>
                <a:off x="1190059" y="2252523"/>
                <a:ext cx="271230" cy="271240"/>
              </a:xfrm>
              <a:prstGeom prst="ellipse">
                <a:avLst/>
              </a:prstGeom>
              <a:solidFill>
                <a:schemeClr val="tx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91" name="Group 1090">
            <a:extLst>
              <a:ext uri="{FF2B5EF4-FFF2-40B4-BE49-F238E27FC236}">
                <a16:creationId xmlns:a16="http://schemas.microsoft.com/office/drawing/2014/main" id="{A8CCFE0D-F618-4025-A56C-1AB7DE0529E4}"/>
              </a:ext>
            </a:extLst>
          </p:cNvPr>
          <p:cNvGrpSpPr>
            <a:grpSpLocks noChangeAspect="1"/>
          </p:cNvGrpSpPr>
          <p:nvPr/>
        </p:nvGrpSpPr>
        <p:grpSpPr>
          <a:xfrm>
            <a:off x="8898941" y="2291462"/>
            <a:ext cx="3200400" cy="1243345"/>
            <a:chOff x="421931" y="1008401"/>
            <a:chExt cx="11089707" cy="4308315"/>
          </a:xfrm>
          <a:effectLst>
            <a:glow rad="63500">
              <a:schemeClr val="bg1">
                <a:alpha val="69000"/>
              </a:schemeClr>
            </a:glow>
          </a:effectLst>
        </p:grpSpPr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C5BBD87D-4D83-4868-87A8-F7A068879843}"/>
                </a:ext>
              </a:extLst>
            </p:cNvPr>
            <p:cNvSpPr/>
            <p:nvPr/>
          </p:nvSpPr>
          <p:spPr>
            <a:xfrm>
              <a:off x="7921168" y="2281523"/>
              <a:ext cx="1293077" cy="474814"/>
            </a:xfrm>
            <a:custGeom>
              <a:avLst/>
              <a:gdLst>
                <a:gd name="connsiteX0" fmla="*/ 35195 w 1324640"/>
                <a:gd name="connsiteY0" fmla="*/ 245777 h 474814"/>
                <a:gd name="connsiteX1" fmla="*/ 600345 w 1324640"/>
                <a:gd name="connsiteY1" fmla="*/ 55277 h 474814"/>
                <a:gd name="connsiteX2" fmla="*/ 1082945 w 1324640"/>
                <a:gd name="connsiteY2" fmla="*/ 17177 h 474814"/>
                <a:gd name="connsiteX3" fmla="*/ 1324245 w 1324640"/>
                <a:gd name="connsiteY3" fmla="*/ 302927 h 474814"/>
                <a:gd name="connsiteX4" fmla="*/ 1032145 w 1324640"/>
                <a:gd name="connsiteY4" fmla="*/ 461677 h 474814"/>
                <a:gd name="connsiteX5" fmla="*/ 390795 w 1324640"/>
                <a:gd name="connsiteY5" fmla="*/ 442627 h 474814"/>
                <a:gd name="connsiteX6" fmla="*/ 92345 w 1324640"/>
                <a:gd name="connsiteY6" fmla="*/ 258477 h 474814"/>
                <a:gd name="connsiteX7" fmla="*/ 35195 w 1324640"/>
                <a:gd name="connsiteY7" fmla="*/ 245777 h 474814"/>
                <a:gd name="connsiteX0" fmla="*/ 3632 w 1293077"/>
                <a:gd name="connsiteY0" fmla="*/ 245777 h 474814"/>
                <a:gd name="connsiteX1" fmla="*/ 568782 w 1293077"/>
                <a:gd name="connsiteY1" fmla="*/ 55277 h 474814"/>
                <a:gd name="connsiteX2" fmla="*/ 1051382 w 1293077"/>
                <a:gd name="connsiteY2" fmla="*/ 17177 h 474814"/>
                <a:gd name="connsiteX3" fmla="*/ 1292682 w 1293077"/>
                <a:gd name="connsiteY3" fmla="*/ 302927 h 474814"/>
                <a:gd name="connsiteX4" fmla="*/ 1000582 w 1293077"/>
                <a:gd name="connsiteY4" fmla="*/ 461677 h 474814"/>
                <a:gd name="connsiteX5" fmla="*/ 359232 w 1293077"/>
                <a:gd name="connsiteY5" fmla="*/ 442627 h 474814"/>
                <a:gd name="connsiteX6" fmla="*/ 3632 w 1293077"/>
                <a:gd name="connsiteY6" fmla="*/ 245777 h 474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93077" h="474814">
                  <a:moveTo>
                    <a:pt x="3632" y="245777"/>
                  </a:moveTo>
                  <a:cubicBezTo>
                    <a:pt x="38557" y="181219"/>
                    <a:pt x="394157" y="93377"/>
                    <a:pt x="568782" y="55277"/>
                  </a:cubicBezTo>
                  <a:cubicBezTo>
                    <a:pt x="743407" y="17177"/>
                    <a:pt x="930732" y="-24098"/>
                    <a:pt x="1051382" y="17177"/>
                  </a:cubicBezTo>
                  <a:cubicBezTo>
                    <a:pt x="1172032" y="58452"/>
                    <a:pt x="1301149" y="228844"/>
                    <a:pt x="1292682" y="302927"/>
                  </a:cubicBezTo>
                  <a:cubicBezTo>
                    <a:pt x="1284215" y="377010"/>
                    <a:pt x="1156157" y="438394"/>
                    <a:pt x="1000582" y="461677"/>
                  </a:cubicBezTo>
                  <a:cubicBezTo>
                    <a:pt x="845007" y="484960"/>
                    <a:pt x="515865" y="476494"/>
                    <a:pt x="359232" y="442627"/>
                  </a:cubicBezTo>
                  <a:cubicBezTo>
                    <a:pt x="193074" y="406644"/>
                    <a:pt x="-31293" y="310335"/>
                    <a:pt x="3632" y="245777"/>
                  </a:cubicBezTo>
                  <a:close/>
                </a:path>
              </a:pathLst>
            </a:custGeom>
            <a:solidFill>
              <a:srgbClr val="4A493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1FAEF9CF-992F-4227-85B0-40F4718D02F4}"/>
                </a:ext>
              </a:extLst>
            </p:cNvPr>
            <p:cNvSpPr/>
            <p:nvPr/>
          </p:nvSpPr>
          <p:spPr>
            <a:xfrm>
              <a:off x="4984284" y="1008401"/>
              <a:ext cx="1935095" cy="1257934"/>
            </a:xfrm>
            <a:custGeom>
              <a:avLst/>
              <a:gdLst>
                <a:gd name="connsiteX0" fmla="*/ 2495 w 1935095"/>
                <a:gd name="connsiteY0" fmla="*/ 1037215 h 1257934"/>
                <a:gd name="connsiteX1" fmla="*/ 483262 w 1935095"/>
                <a:gd name="connsiteY1" fmla="*/ 518741 h 1257934"/>
                <a:gd name="connsiteX2" fmla="*/ 1030017 w 1935095"/>
                <a:gd name="connsiteY2" fmla="*/ 9694 h 1257934"/>
                <a:gd name="connsiteX3" fmla="*/ 1284541 w 1935095"/>
                <a:gd name="connsiteY3" fmla="*/ 226510 h 1257934"/>
                <a:gd name="connsiteX4" fmla="*/ 1652186 w 1935095"/>
                <a:gd name="connsiteY4" fmla="*/ 735558 h 1257934"/>
                <a:gd name="connsiteX5" fmla="*/ 1934990 w 1935095"/>
                <a:gd name="connsiteY5" fmla="*/ 1046642 h 1257934"/>
                <a:gd name="connsiteX6" fmla="*/ 1661613 w 1935095"/>
                <a:gd name="connsiteY6" fmla="*/ 1254032 h 1257934"/>
                <a:gd name="connsiteX7" fmla="*/ 360714 w 1935095"/>
                <a:gd name="connsiteY7" fmla="*/ 1169191 h 1257934"/>
                <a:gd name="connsiteX8" fmla="*/ 2495 w 1935095"/>
                <a:gd name="connsiteY8" fmla="*/ 1037215 h 1257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35095" h="1257934">
                  <a:moveTo>
                    <a:pt x="2495" y="1037215"/>
                  </a:moveTo>
                  <a:cubicBezTo>
                    <a:pt x="22920" y="928807"/>
                    <a:pt x="312008" y="689994"/>
                    <a:pt x="483262" y="518741"/>
                  </a:cubicBezTo>
                  <a:cubicBezTo>
                    <a:pt x="654516" y="347488"/>
                    <a:pt x="896471" y="58399"/>
                    <a:pt x="1030017" y="9694"/>
                  </a:cubicBezTo>
                  <a:cubicBezTo>
                    <a:pt x="1163563" y="-39011"/>
                    <a:pt x="1180846" y="105533"/>
                    <a:pt x="1284541" y="226510"/>
                  </a:cubicBezTo>
                  <a:cubicBezTo>
                    <a:pt x="1388236" y="347487"/>
                    <a:pt x="1543778" y="598869"/>
                    <a:pt x="1652186" y="735558"/>
                  </a:cubicBezTo>
                  <a:cubicBezTo>
                    <a:pt x="1760594" y="872247"/>
                    <a:pt x="1933419" y="960230"/>
                    <a:pt x="1934990" y="1046642"/>
                  </a:cubicBezTo>
                  <a:cubicBezTo>
                    <a:pt x="1936561" y="1133054"/>
                    <a:pt x="1923992" y="1233607"/>
                    <a:pt x="1661613" y="1254032"/>
                  </a:cubicBezTo>
                  <a:cubicBezTo>
                    <a:pt x="1399234" y="1274457"/>
                    <a:pt x="635662" y="1210040"/>
                    <a:pt x="360714" y="1169191"/>
                  </a:cubicBezTo>
                  <a:cubicBezTo>
                    <a:pt x="85766" y="1128342"/>
                    <a:pt x="-17930" y="1145623"/>
                    <a:pt x="2495" y="1037215"/>
                  </a:cubicBezTo>
                  <a:close/>
                </a:path>
              </a:pathLst>
            </a:custGeom>
            <a:gradFill>
              <a:gsLst>
                <a:gs pos="33000">
                  <a:schemeClr val="tx1">
                    <a:lumMod val="85000"/>
                    <a:lumOff val="15000"/>
                  </a:schemeClr>
                </a:gs>
                <a:gs pos="90000">
                  <a:srgbClr val="A88D36"/>
                </a:gs>
              </a:gsLst>
              <a:lin ang="1680000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F9DD260F-CFE9-4DDF-A956-108FE2150287}"/>
                </a:ext>
              </a:extLst>
            </p:cNvPr>
            <p:cNvSpPr/>
            <p:nvPr/>
          </p:nvSpPr>
          <p:spPr>
            <a:xfrm>
              <a:off x="7211485" y="3647976"/>
              <a:ext cx="1975433" cy="1249457"/>
            </a:xfrm>
            <a:custGeom>
              <a:avLst/>
              <a:gdLst>
                <a:gd name="connsiteX0" fmla="*/ 20 w 1975433"/>
                <a:gd name="connsiteY0" fmla="*/ 603513 h 1249457"/>
                <a:gd name="connsiteX1" fmla="*/ 537348 w 1975433"/>
                <a:gd name="connsiteY1" fmla="*/ 1235109 h 1249457"/>
                <a:gd name="connsiteX2" fmla="*/ 1055822 w 1975433"/>
                <a:gd name="connsiteY2" fmla="*/ 999438 h 1249457"/>
                <a:gd name="connsiteX3" fmla="*/ 1734552 w 1975433"/>
                <a:gd name="connsiteY3" fmla="*/ 480964 h 1249457"/>
                <a:gd name="connsiteX4" fmla="*/ 1970222 w 1975433"/>
                <a:gd name="connsiteY4" fmla="*/ 198160 h 1249457"/>
                <a:gd name="connsiteX5" fmla="*/ 1546016 w 1975433"/>
                <a:gd name="connsiteY5" fmla="*/ 197 h 1249457"/>
                <a:gd name="connsiteX6" fmla="*/ 556202 w 1975433"/>
                <a:gd name="connsiteY6" fmla="*/ 169880 h 1249457"/>
                <a:gd name="connsiteX7" fmla="*/ 20 w 1975433"/>
                <a:gd name="connsiteY7" fmla="*/ 603513 h 1249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5433" h="1249457">
                  <a:moveTo>
                    <a:pt x="20" y="603513"/>
                  </a:moveTo>
                  <a:cubicBezTo>
                    <a:pt x="-3122" y="781051"/>
                    <a:pt x="361381" y="1169122"/>
                    <a:pt x="537348" y="1235109"/>
                  </a:cubicBezTo>
                  <a:cubicBezTo>
                    <a:pt x="713315" y="1301097"/>
                    <a:pt x="856288" y="1125129"/>
                    <a:pt x="1055822" y="999438"/>
                  </a:cubicBezTo>
                  <a:cubicBezTo>
                    <a:pt x="1255356" y="873747"/>
                    <a:pt x="1582152" y="614510"/>
                    <a:pt x="1734552" y="480964"/>
                  </a:cubicBezTo>
                  <a:cubicBezTo>
                    <a:pt x="1886952" y="347418"/>
                    <a:pt x="2001645" y="278288"/>
                    <a:pt x="1970222" y="198160"/>
                  </a:cubicBezTo>
                  <a:cubicBezTo>
                    <a:pt x="1938799" y="118032"/>
                    <a:pt x="1781686" y="4910"/>
                    <a:pt x="1546016" y="197"/>
                  </a:cubicBezTo>
                  <a:cubicBezTo>
                    <a:pt x="1310346" y="-4516"/>
                    <a:pt x="812297" y="75612"/>
                    <a:pt x="556202" y="169880"/>
                  </a:cubicBezTo>
                  <a:cubicBezTo>
                    <a:pt x="300107" y="264148"/>
                    <a:pt x="3162" y="425975"/>
                    <a:pt x="20" y="603513"/>
                  </a:cubicBezTo>
                  <a:close/>
                </a:path>
              </a:pathLst>
            </a:custGeom>
            <a:solidFill>
              <a:srgbClr val="4C4B35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95" name="Freeform 27">
              <a:extLst>
                <a:ext uri="{FF2B5EF4-FFF2-40B4-BE49-F238E27FC236}">
                  <a16:creationId xmlns:a16="http://schemas.microsoft.com/office/drawing/2014/main" id="{D79F8860-8E53-424C-8AEE-5E007C185F87}"/>
                </a:ext>
              </a:extLst>
            </p:cNvPr>
            <p:cNvSpPr/>
            <p:nvPr/>
          </p:nvSpPr>
          <p:spPr>
            <a:xfrm flipH="1">
              <a:off x="9863815" y="1995505"/>
              <a:ext cx="1647823" cy="2406813"/>
            </a:xfrm>
            <a:custGeom>
              <a:avLst/>
              <a:gdLst>
                <a:gd name="connsiteX0" fmla="*/ 666450 w 666450"/>
                <a:gd name="connsiteY0" fmla="*/ 314493 h 1162202"/>
                <a:gd name="connsiteX1" fmla="*/ 563036 w 666450"/>
                <a:gd name="connsiteY1" fmla="*/ 232850 h 1162202"/>
                <a:gd name="connsiteX2" fmla="*/ 377979 w 666450"/>
                <a:gd name="connsiteY2" fmla="*/ 113107 h 1162202"/>
                <a:gd name="connsiteX3" fmla="*/ 198364 w 666450"/>
                <a:gd name="connsiteY3" fmla="*/ 42350 h 1162202"/>
                <a:gd name="connsiteX4" fmla="*/ 45964 w 666450"/>
                <a:gd name="connsiteY4" fmla="*/ 1529 h 1162202"/>
                <a:gd name="connsiteX5" fmla="*/ 10586 w 666450"/>
                <a:gd name="connsiteY5" fmla="*/ 12414 h 1162202"/>
                <a:gd name="connsiteX6" fmla="*/ 16029 w 666450"/>
                <a:gd name="connsiteY6" fmla="*/ 47793 h 1162202"/>
                <a:gd name="connsiteX7" fmla="*/ 5143 w 666450"/>
                <a:gd name="connsiteY7" fmla="*/ 61400 h 1162202"/>
                <a:gd name="connsiteX8" fmla="*/ 111279 w 666450"/>
                <a:gd name="connsiteY8" fmla="*/ 415186 h 1162202"/>
                <a:gd name="connsiteX9" fmla="*/ 133050 w 666450"/>
                <a:gd name="connsiteY9" fmla="*/ 589357 h 1162202"/>
                <a:gd name="connsiteX10" fmla="*/ 73179 w 666450"/>
                <a:gd name="connsiteY10" fmla="*/ 905043 h 1162202"/>
                <a:gd name="connsiteX11" fmla="*/ 48686 w 666450"/>
                <a:gd name="connsiteY11" fmla="*/ 1068329 h 1162202"/>
                <a:gd name="connsiteX12" fmla="*/ 56850 w 666450"/>
                <a:gd name="connsiteY12" fmla="*/ 1160857 h 1162202"/>
                <a:gd name="connsiteX13" fmla="*/ 206529 w 666450"/>
                <a:gd name="connsiteY13" fmla="*/ 1114593 h 1162202"/>
                <a:gd name="connsiteX14" fmla="*/ 459621 w 666450"/>
                <a:gd name="connsiteY14" fmla="*/ 997571 h 1162202"/>
                <a:gd name="connsiteX15" fmla="*/ 650121 w 666450"/>
                <a:gd name="connsiteY15" fmla="*/ 856057 h 1162202"/>
                <a:gd name="connsiteX0" fmla="*/ 668867 w 668867"/>
                <a:gd name="connsiteY0" fmla="*/ 314771 h 1162480"/>
                <a:gd name="connsiteX1" fmla="*/ 565453 w 668867"/>
                <a:gd name="connsiteY1" fmla="*/ 233128 h 1162480"/>
                <a:gd name="connsiteX2" fmla="*/ 380396 w 668867"/>
                <a:gd name="connsiteY2" fmla="*/ 113385 h 1162480"/>
                <a:gd name="connsiteX3" fmla="*/ 200781 w 668867"/>
                <a:gd name="connsiteY3" fmla="*/ 42628 h 1162480"/>
                <a:gd name="connsiteX4" fmla="*/ 48381 w 668867"/>
                <a:gd name="connsiteY4" fmla="*/ 1807 h 1162480"/>
                <a:gd name="connsiteX5" fmla="*/ 13003 w 668867"/>
                <a:gd name="connsiteY5" fmla="*/ 12692 h 1162480"/>
                <a:gd name="connsiteX6" fmla="*/ 7560 w 668867"/>
                <a:gd name="connsiteY6" fmla="*/ 61678 h 1162480"/>
                <a:gd name="connsiteX7" fmla="*/ 113696 w 668867"/>
                <a:gd name="connsiteY7" fmla="*/ 415464 h 1162480"/>
                <a:gd name="connsiteX8" fmla="*/ 135467 w 668867"/>
                <a:gd name="connsiteY8" fmla="*/ 589635 h 1162480"/>
                <a:gd name="connsiteX9" fmla="*/ 75596 w 668867"/>
                <a:gd name="connsiteY9" fmla="*/ 905321 h 1162480"/>
                <a:gd name="connsiteX10" fmla="*/ 51103 w 668867"/>
                <a:gd name="connsiteY10" fmla="*/ 1068607 h 1162480"/>
                <a:gd name="connsiteX11" fmla="*/ 59267 w 668867"/>
                <a:gd name="connsiteY11" fmla="*/ 1161135 h 1162480"/>
                <a:gd name="connsiteX12" fmla="*/ 208946 w 668867"/>
                <a:gd name="connsiteY12" fmla="*/ 1114871 h 1162480"/>
                <a:gd name="connsiteX13" fmla="*/ 462038 w 668867"/>
                <a:gd name="connsiteY13" fmla="*/ 997849 h 1162480"/>
                <a:gd name="connsiteX14" fmla="*/ 652538 w 668867"/>
                <a:gd name="connsiteY14" fmla="*/ 856335 h 1162480"/>
                <a:gd name="connsiteX0" fmla="*/ 679752 w 679752"/>
                <a:gd name="connsiteY0" fmla="*/ 328379 h 1162480"/>
                <a:gd name="connsiteX1" fmla="*/ 565453 w 679752"/>
                <a:gd name="connsiteY1" fmla="*/ 233128 h 1162480"/>
                <a:gd name="connsiteX2" fmla="*/ 380396 w 679752"/>
                <a:gd name="connsiteY2" fmla="*/ 113385 h 1162480"/>
                <a:gd name="connsiteX3" fmla="*/ 200781 w 679752"/>
                <a:gd name="connsiteY3" fmla="*/ 42628 h 1162480"/>
                <a:gd name="connsiteX4" fmla="*/ 48381 w 679752"/>
                <a:gd name="connsiteY4" fmla="*/ 1807 h 1162480"/>
                <a:gd name="connsiteX5" fmla="*/ 13003 w 679752"/>
                <a:gd name="connsiteY5" fmla="*/ 12692 h 1162480"/>
                <a:gd name="connsiteX6" fmla="*/ 7560 w 679752"/>
                <a:gd name="connsiteY6" fmla="*/ 61678 h 1162480"/>
                <a:gd name="connsiteX7" fmla="*/ 113696 w 679752"/>
                <a:gd name="connsiteY7" fmla="*/ 415464 h 1162480"/>
                <a:gd name="connsiteX8" fmla="*/ 135467 w 679752"/>
                <a:gd name="connsiteY8" fmla="*/ 589635 h 1162480"/>
                <a:gd name="connsiteX9" fmla="*/ 75596 w 679752"/>
                <a:gd name="connsiteY9" fmla="*/ 905321 h 1162480"/>
                <a:gd name="connsiteX10" fmla="*/ 51103 w 679752"/>
                <a:gd name="connsiteY10" fmla="*/ 1068607 h 1162480"/>
                <a:gd name="connsiteX11" fmla="*/ 59267 w 679752"/>
                <a:gd name="connsiteY11" fmla="*/ 1161135 h 1162480"/>
                <a:gd name="connsiteX12" fmla="*/ 208946 w 679752"/>
                <a:gd name="connsiteY12" fmla="*/ 1114871 h 1162480"/>
                <a:gd name="connsiteX13" fmla="*/ 462038 w 679752"/>
                <a:gd name="connsiteY13" fmla="*/ 997849 h 1162480"/>
                <a:gd name="connsiteX14" fmla="*/ 652538 w 679752"/>
                <a:gd name="connsiteY14" fmla="*/ 856335 h 1162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79752" h="1162480">
                  <a:moveTo>
                    <a:pt x="679752" y="328379"/>
                  </a:moveTo>
                  <a:cubicBezTo>
                    <a:pt x="652084" y="304339"/>
                    <a:pt x="615345" y="268960"/>
                    <a:pt x="565453" y="233128"/>
                  </a:cubicBezTo>
                  <a:cubicBezTo>
                    <a:pt x="515561" y="197296"/>
                    <a:pt x="441175" y="145135"/>
                    <a:pt x="380396" y="113385"/>
                  </a:cubicBezTo>
                  <a:cubicBezTo>
                    <a:pt x="319617" y="81635"/>
                    <a:pt x="256117" y="61224"/>
                    <a:pt x="200781" y="42628"/>
                  </a:cubicBezTo>
                  <a:cubicBezTo>
                    <a:pt x="145445" y="24032"/>
                    <a:pt x="79677" y="6796"/>
                    <a:pt x="48381" y="1807"/>
                  </a:cubicBezTo>
                  <a:cubicBezTo>
                    <a:pt x="17085" y="-3182"/>
                    <a:pt x="19807" y="2713"/>
                    <a:pt x="13003" y="12692"/>
                  </a:cubicBezTo>
                  <a:cubicBezTo>
                    <a:pt x="6199" y="22671"/>
                    <a:pt x="-9222" y="-5451"/>
                    <a:pt x="7560" y="61678"/>
                  </a:cubicBezTo>
                  <a:cubicBezTo>
                    <a:pt x="24342" y="128807"/>
                    <a:pt x="92378" y="327471"/>
                    <a:pt x="113696" y="415464"/>
                  </a:cubicBezTo>
                  <a:cubicBezTo>
                    <a:pt x="135014" y="503457"/>
                    <a:pt x="141817" y="507992"/>
                    <a:pt x="135467" y="589635"/>
                  </a:cubicBezTo>
                  <a:cubicBezTo>
                    <a:pt x="129117" y="671278"/>
                    <a:pt x="89657" y="825492"/>
                    <a:pt x="75596" y="905321"/>
                  </a:cubicBezTo>
                  <a:cubicBezTo>
                    <a:pt x="61535" y="985150"/>
                    <a:pt x="53824" y="1025971"/>
                    <a:pt x="51103" y="1068607"/>
                  </a:cubicBezTo>
                  <a:cubicBezTo>
                    <a:pt x="48382" y="1111243"/>
                    <a:pt x="32960" y="1153424"/>
                    <a:pt x="59267" y="1161135"/>
                  </a:cubicBezTo>
                  <a:cubicBezTo>
                    <a:pt x="85574" y="1168846"/>
                    <a:pt x="141818" y="1142085"/>
                    <a:pt x="208946" y="1114871"/>
                  </a:cubicBezTo>
                  <a:cubicBezTo>
                    <a:pt x="276074" y="1087657"/>
                    <a:pt x="388106" y="1040938"/>
                    <a:pt x="462038" y="997849"/>
                  </a:cubicBezTo>
                  <a:cubicBezTo>
                    <a:pt x="535970" y="954760"/>
                    <a:pt x="594254" y="905547"/>
                    <a:pt x="652538" y="856335"/>
                  </a:cubicBezTo>
                </a:path>
              </a:pathLst>
            </a:custGeom>
            <a:solidFill>
              <a:srgbClr val="3B3A2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4C49AEED-AF55-4773-87E0-8D597E4C1BFB}"/>
                </a:ext>
              </a:extLst>
            </p:cNvPr>
            <p:cNvSpPr/>
            <p:nvPr/>
          </p:nvSpPr>
          <p:spPr>
            <a:xfrm>
              <a:off x="421931" y="1936992"/>
              <a:ext cx="9982557" cy="2625582"/>
            </a:xfrm>
            <a:custGeom>
              <a:avLst/>
              <a:gdLst>
                <a:gd name="connsiteX0" fmla="*/ 4338605 w 9982557"/>
                <a:gd name="connsiteY0" fmla="*/ 2606728 h 3370299"/>
                <a:gd name="connsiteX1" fmla="*/ 2651207 w 9982557"/>
                <a:gd name="connsiteY1" fmla="*/ 2408765 h 3370299"/>
                <a:gd name="connsiteX2" fmla="*/ 992090 w 9982557"/>
                <a:gd name="connsiteY2" fmla="*/ 2031693 h 3370299"/>
                <a:gd name="connsiteX3" fmla="*/ 313360 w 9982557"/>
                <a:gd name="connsiteY3" fmla="*/ 1711181 h 3370299"/>
                <a:gd name="connsiteX4" fmla="*/ 105970 w 9982557"/>
                <a:gd name="connsiteY4" fmla="*/ 1381243 h 3370299"/>
                <a:gd name="connsiteX5" fmla="*/ 190811 w 9982557"/>
                <a:gd name="connsiteY5" fmla="*/ 1249268 h 3370299"/>
                <a:gd name="connsiteX6" fmla="*/ 313360 w 9982557"/>
                <a:gd name="connsiteY6" fmla="*/ 1437804 h 3370299"/>
                <a:gd name="connsiteX7" fmla="*/ 643298 w 9982557"/>
                <a:gd name="connsiteY7" fmla="*/ 1598060 h 3370299"/>
                <a:gd name="connsiteX8" fmla="*/ 1265467 w 9982557"/>
                <a:gd name="connsiteY8" fmla="*/ 1626340 h 3370299"/>
                <a:gd name="connsiteX9" fmla="*/ 982663 w 9982557"/>
                <a:gd name="connsiteY9" fmla="*/ 1418950 h 3370299"/>
                <a:gd name="connsiteX10" fmla="*/ 435908 w 9982557"/>
                <a:gd name="connsiteY10" fmla="*/ 1192707 h 3370299"/>
                <a:gd name="connsiteX11" fmla="*/ 105970 w 9982557"/>
                <a:gd name="connsiteY11" fmla="*/ 1173853 h 3370299"/>
                <a:gd name="connsiteX12" fmla="*/ 2275 w 9982557"/>
                <a:gd name="connsiteY12" fmla="*/ 1107866 h 3370299"/>
                <a:gd name="connsiteX13" fmla="*/ 58836 w 9982557"/>
                <a:gd name="connsiteY13" fmla="*/ 975890 h 3370299"/>
                <a:gd name="connsiteX14" fmla="*/ 322787 w 9982557"/>
                <a:gd name="connsiteY14" fmla="*/ 834488 h 3370299"/>
                <a:gd name="connsiteX15" fmla="*/ 841261 w 9982557"/>
                <a:gd name="connsiteY15" fmla="*/ 664806 h 3370299"/>
                <a:gd name="connsiteX16" fmla="*/ 1472857 w 9982557"/>
                <a:gd name="connsiteY16" fmla="*/ 485697 h 3370299"/>
                <a:gd name="connsiteX17" fmla="*/ 2132733 w 9982557"/>
                <a:gd name="connsiteY17" fmla="*/ 240600 h 3370299"/>
                <a:gd name="connsiteX18" fmla="*/ 3273376 w 9982557"/>
                <a:gd name="connsiteY18" fmla="*/ 14356 h 3370299"/>
                <a:gd name="connsiteX19" fmla="*/ 4781665 w 9982557"/>
                <a:gd name="connsiteY19" fmla="*/ 52064 h 3370299"/>
                <a:gd name="connsiteX20" fmla="*/ 6582184 w 9982557"/>
                <a:gd name="connsiteY20" fmla="*/ 287734 h 3370299"/>
                <a:gd name="connsiteX21" fmla="*/ 8118754 w 9982557"/>
                <a:gd name="connsiteY21" fmla="*/ 627099 h 3370299"/>
                <a:gd name="connsiteX22" fmla="*/ 8882325 w 9982557"/>
                <a:gd name="connsiteY22" fmla="*/ 806208 h 3370299"/>
                <a:gd name="connsiteX23" fmla="*/ 9457360 w 9982557"/>
                <a:gd name="connsiteY23" fmla="*/ 730794 h 3370299"/>
                <a:gd name="connsiteX24" fmla="*/ 9777871 w 9982557"/>
                <a:gd name="connsiteY24" fmla="*/ 787354 h 3370299"/>
                <a:gd name="connsiteX25" fmla="*/ 9975834 w 9982557"/>
                <a:gd name="connsiteY25" fmla="*/ 1089012 h 3370299"/>
                <a:gd name="connsiteX26" fmla="*/ 9909846 w 9982557"/>
                <a:gd name="connsiteY26" fmla="*/ 1682901 h 3370299"/>
                <a:gd name="connsiteX27" fmla="*/ 9655323 w 9982557"/>
                <a:gd name="connsiteY27" fmla="*/ 1880864 h 3370299"/>
                <a:gd name="connsiteX28" fmla="*/ 9136848 w 9982557"/>
                <a:gd name="connsiteY28" fmla="*/ 1796022 h 3370299"/>
                <a:gd name="connsiteX29" fmla="*/ 8429838 w 9982557"/>
                <a:gd name="connsiteY29" fmla="*/ 1843156 h 3370299"/>
                <a:gd name="connsiteX30" fmla="*/ 7421170 w 9982557"/>
                <a:gd name="connsiteY30" fmla="*/ 2182521 h 3370299"/>
                <a:gd name="connsiteX31" fmla="*/ 6525624 w 9982557"/>
                <a:gd name="connsiteY31" fmla="*/ 2531313 h 3370299"/>
                <a:gd name="connsiteX32" fmla="*/ 5875174 w 9982557"/>
                <a:gd name="connsiteY32" fmla="*/ 2484179 h 3370299"/>
                <a:gd name="connsiteX33" fmla="*/ 4904213 w 9982557"/>
                <a:gd name="connsiteY33" fmla="*/ 2606728 h 3370299"/>
                <a:gd name="connsiteX34" fmla="*/ 3942679 w 9982557"/>
                <a:gd name="connsiteY34" fmla="*/ 2569020 h 3370299"/>
                <a:gd name="connsiteX35" fmla="*/ 4018094 w 9982557"/>
                <a:gd name="connsiteY35" fmla="*/ 3370299 h 3370299"/>
                <a:gd name="connsiteX0" fmla="*/ 4338605 w 9982557"/>
                <a:gd name="connsiteY0" fmla="*/ 2606728 h 2607530"/>
                <a:gd name="connsiteX1" fmla="*/ 2651207 w 9982557"/>
                <a:gd name="connsiteY1" fmla="*/ 2408765 h 2607530"/>
                <a:gd name="connsiteX2" fmla="*/ 992090 w 9982557"/>
                <a:gd name="connsiteY2" fmla="*/ 2031693 h 2607530"/>
                <a:gd name="connsiteX3" fmla="*/ 313360 w 9982557"/>
                <a:gd name="connsiteY3" fmla="*/ 1711181 h 2607530"/>
                <a:gd name="connsiteX4" fmla="*/ 105970 w 9982557"/>
                <a:gd name="connsiteY4" fmla="*/ 1381243 h 2607530"/>
                <a:gd name="connsiteX5" fmla="*/ 190811 w 9982557"/>
                <a:gd name="connsiteY5" fmla="*/ 1249268 h 2607530"/>
                <a:gd name="connsiteX6" fmla="*/ 313360 w 9982557"/>
                <a:gd name="connsiteY6" fmla="*/ 1437804 h 2607530"/>
                <a:gd name="connsiteX7" fmla="*/ 643298 w 9982557"/>
                <a:gd name="connsiteY7" fmla="*/ 1598060 h 2607530"/>
                <a:gd name="connsiteX8" fmla="*/ 1265467 w 9982557"/>
                <a:gd name="connsiteY8" fmla="*/ 1626340 h 2607530"/>
                <a:gd name="connsiteX9" fmla="*/ 982663 w 9982557"/>
                <a:gd name="connsiteY9" fmla="*/ 1418950 h 2607530"/>
                <a:gd name="connsiteX10" fmla="*/ 435908 w 9982557"/>
                <a:gd name="connsiteY10" fmla="*/ 1192707 h 2607530"/>
                <a:gd name="connsiteX11" fmla="*/ 105970 w 9982557"/>
                <a:gd name="connsiteY11" fmla="*/ 1173853 h 2607530"/>
                <a:gd name="connsiteX12" fmla="*/ 2275 w 9982557"/>
                <a:gd name="connsiteY12" fmla="*/ 1107866 h 2607530"/>
                <a:gd name="connsiteX13" fmla="*/ 58836 w 9982557"/>
                <a:gd name="connsiteY13" fmla="*/ 975890 h 2607530"/>
                <a:gd name="connsiteX14" fmla="*/ 322787 w 9982557"/>
                <a:gd name="connsiteY14" fmla="*/ 834488 h 2607530"/>
                <a:gd name="connsiteX15" fmla="*/ 841261 w 9982557"/>
                <a:gd name="connsiteY15" fmla="*/ 664806 h 2607530"/>
                <a:gd name="connsiteX16" fmla="*/ 1472857 w 9982557"/>
                <a:gd name="connsiteY16" fmla="*/ 485697 h 2607530"/>
                <a:gd name="connsiteX17" fmla="*/ 2132733 w 9982557"/>
                <a:gd name="connsiteY17" fmla="*/ 240600 h 2607530"/>
                <a:gd name="connsiteX18" fmla="*/ 3273376 w 9982557"/>
                <a:gd name="connsiteY18" fmla="*/ 14356 h 2607530"/>
                <a:gd name="connsiteX19" fmla="*/ 4781665 w 9982557"/>
                <a:gd name="connsiteY19" fmla="*/ 52064 h 2607530"/>
                <a:gd name="connsiteX20" fmla="*/ 6582184 w 9982557"/>
                <a:gd name="connsiteY20" fmla="*/ 287734 h 2607530"/>
                <a:gd name="connsiteX21" fmla="*/ 8118754 w 9982557"/>
                <a:gd name="connsiteY21" fmla="*/ 627099 h 2607530"/>
                <a:gd name="connsiteX22" fmla="*/ 8882325 w 9982557"/>
                <a:gd name="connsiteY22" fmla="*/ 806208 h 2607530"/>
                <a:gd name="connsiteX23" fmla="*/ 9457360 w 9982557"/>
                <a:gd name="connsiteY23" fmla="*/ 730794 h 2607530"/>
                <a:gd name="connsiteX24" fmla="*/ 9777871 w 9982557"/>
                <a:gd name="connsiteY24" fmla="*/ 787354 h 2607530"/>
                <a:gd name="connsiteX25" fmla="*/ 9975834 w 9982557"/>
                <a:gd name="connsiteY25" fmla="*/ 1089012 h 2607530"/>
                <a:gd name="connsiteX26" fmla="*/ 9909846 w 9982557"/>
                <a:gd name="connsiteY26" fmla="*/ 1682901 h 2607530"/>
                <a:gd name="connsiteX27" fmla="*/ 9655323 w 9982557"/>
                <a:gd name="connsiteY27" fmla="*/ 1880864 h 2607530"/>
                <a:gd name="connsiteX28" fmla="*/ 9136848 w 9982557"/>
                <a:gd name="connsiteY28" fmla="*/ 1796022 h 2607530"/>
                <a:gd name="connsiteX29" fmla="*/ 8429838 w 9982557"/>
                <a:gd name="connsiteY29" fmla="*/ 1843156 h 2607530"/>
                <a:gd name="connsiteX30" fmla="*/ 7421170 w 9982557"/>
                <a:gd name="connsiteY30" fmla="*/ 2182521 h 2607530"/>
                <a:gd name="connsiteX31" fmla="*/ 6525624 w 9982557"/>
                <a:gd name="connsiteY31" fmla="*/ 2531313 h 2607530"/>
                <a:gd name="connsiteX32" fmla="*/ 5875174 w 9982557"/>
                <a:gd name="connsiteY32" fmla="*/ 2484179 h 2607530"/>
                <a:gd name="connsiteX33" fmla="*/ 4904213 w 9982557"/>
                <a:gd name="connsiteY33" fmla="*/ 2606728 h 2607530"/>
                <a:gd name="connsiteX34" fmla="*/ 3942679 w 9982557"/>
                <a:gd name="connsiteY34" fmla="*/ 2569020 h 2607530"/>
                <a:gd name="connsiteX0" fmla="*/ 4338605 w 9982557"/>
                <a:gd name="connsiteY0" fmla="*/ 2606728 h 2606728"/>
                <a:gd name="connsiteX1" fmla="*/ 2651207 w 9982557"/>
                <a:gd name="connsiteY1" fmla="*/ 2408765 h 2606728"/>
                <a:gd name="connsiteX2" fmla="*/ 992090 w 9982557"/>
                <a:gd name="connsiteY2" fmla="*/ 2031693 h 2606728"/>
                <a:gd name="connsiteX3" fmla="*/ 313360 w 9982557"/>
                <a:gd name="connsiteY3" fmla="*/ 1711181 h 2606728"/>
                <a:gd name="connsiteX4" fmla="*/ 105970 w 9982557"/>
                <a:gd name="connsiteY4" fmla="*/ 1381243 h 2606728"/>
                <a:gd name="connsiteX5" fmla="*/ 190811 w 9982557"/>
                <a:gd name="connsiteY5" fmla="*/ 1249268 h 2606728"/>
                <a:gd name="connsiteX6" fmla="*/ 313360 w 9982557"/>
                <a:gd name="connsiteY6" fmla="*/ 1437804 h 2606728"/>
                <a:gd name="connsiteX7" fmla="*/ 643298 w 9982557"/>
                <a:gd name="connsiteY7" fmla="*/ 1598060 h 2606728"/>
                <a:gd name="connsiteX8" fmla="*/ 1265467 w 9982557"/>
                <a:gd name="connsiteY8" fmla="*/ 1626340 h 2606728"/>
                <a:gd name="connsiteX9" fmla="*/ 982663 w 9982557"/>
                <a:gd name="connsiteY9" fmla="*/ 1418950 h 2606728"/>
                <a:gd name="connsiteX10" fmla="*/ 435908 w 9982557"/>
                <a:gd name="connsiteY10" fmla="*/ 1192707 h 2606728"/>
                <a:gd name="connsiteX11" fmla="*/ 105970 w 9982557"/>
                <a:gd name="connsiteY11" fmla="*/ 1173853 h 2606728"/>
                <a:gd name="connsiteX12" fmla="*/ 2275 w 9982557"/>
                <a:gd name="connsiteY12" fmla="*/ 1107866 h 2606728"/>
                <a:gd name="connsiteX13" fmla="*/ 58836 w 9982557"/>
                <a:gd name="connsiteY13" fmla="*/ 975890 h 2606728"/>
                <a:gd name="connsiteX14" fmla="*/ 322787 w 9982557"/>
                <a:gd name="connsiteY14" fmla="*/ 834488 h 2606728"/>
                <a:gd name="connsiteX15" fmla="*/ 841261 w 9982557"/>
                <a:gd name="connsiteY15" fmla="*/ 664806 h 2606728"/>
                <a:gd name="connsiteX16" fmla="*/ 1472857 w 9982557"/>
                <a:gd name="connsiteY16" fmla="*/ 485697 h 2606728"/>
                <a:gd name="connsiteX17" fmla="*/ 2132733 w 9982557"/>
                <a:gd name="connsiteY17" fmla="*/ 240600 h 2606728"/>
                <a:gd name="connsiteX18" fmla="*/ 3273376 w 9982557"/>
                <a:gd name="connsiteY18" fmla="*/ 14356 h 2606728"/>
                <a:gd name="connsiteX19" fmla="*/ 4781665 w 9982557"/>
                <a:gd name="connsiteY19" fmla="*/ 52064 h 2606728"/>
                <a:gd name="connsiteX20" fmla="*/ 6582184 w 9982557"/>
                <a:gd name="connsiteY20" fmla="*/ 287734 h 2606728"/>
                <a:gd name="connsiteX21" fmla="*/ 8118754 w 9982557"/>
                <a:gd name="connsiteY21" fmla="*/ 627099 h 2606728"/>
                <a:gd name="connsiteX22" fmla="*/ 8882325 w 9982557"/>
                <a:gd name="connsiteY22" fmla="*/ 806208 h 2606728"/>
                <a:gd name="connsiteX23" fmla="*/ 9457360 w 9982557"/>
                <a:gd name="connsiteY23" fmla="*/ 730794 h 2606728"/>
                <a:gd name="connsiteX24" fmla="*/ 9777871 w 9982557"/>
                <a:gd name="connsiteY24" fmla="*/ 787354 h 2606728"/>
                <a:gd name="connsiteX25" fmla="*/ 9975834 w 9982557"/>
                <a:gd name="connsiteY25" fmla="*/ 1089012 h 2606728"/>
                <a:gd name="connsiteX26" fmla="*/ 9909846 w 9982557"/>
                <a:gd name="connsiteY26" fmla="*/ 1682901 h 2606728"/>
                <a:gd name="connsiteX27" fmla="*/ 9655323 w 9982557"/>
                <a:gd name="connsiteY27" fmla="*/ 1880864 h 2606728"/>
                <a:gd name="connsiteX28" fmla="*/ 9136848 w 9982557"/>
                <a:gd name="connsiteY28" fmla="*/ 1796022 h 2606728"/>
                <a:gd name="connsiteX29" fmla="*/ 8429838 w 9982557"/>
                <a:gd name="connsiteY29" fmla="*/ 1843156 h 2606728"/>
                <a:gd name="connsiteX30" fmla="*/ 7421170 w 9982557"/>
                <a:gd name="connsiteY30" fmla="*/ 2182521 h 2606728"/>
                <a:gd name="connsiteX31" fmla="*/ 6525624 w 9982557"/>
                <a:gd name="connsiteY31" fmla="*/ 2531313 h 2606728"/>
                <a:gd name="connsiteX32" fmla="*/ 5875174 w 9982557"/>
                <a:gd name="connsiteY32" fmla="*/ 2484179 h 2606728"/>
                <a:gd name="connsiteX33" fmla="*/ 4904213 w 9982557"/>
                <a:gd name="connsiteY33" fmla="*/ 2606728 h 2606728"/>
                <a:gd name="connsiteX0" fmla="*/ 4338605 w 9982557"/>
                <a:gd name="connsiteY0" fmla="*/ 2606728 h 2606728"/>
                <a:gd name="connsiteX1" fmla="*/ 2651207 w 9982557"/>
                <a:gd name="connsiteY1" fmla="*/ 2408765 h 2606728"/>
                <a:gd name="connsiteX2" fmla="*/ 992090 w 9982557"/>
                <a:gd name="connsiteY2" fmla="*/ 2031693 h 2606728"/>
                <a:gd name="connsiteX3" fmla="*/ 313360 w 9982557"/>
                <a:gd name="connsiteY3" fmla="*/ 1711181 h 2606728"/>
                <a:gd name="connsiteX4" fmla="*/ 105970 w 9982557"/>
                <a:gd name="connsiteY4" fmla="*/ 1381243 h 2606728"/>
                <a:gd name="connsiteX5" fmla="*/ 190811 w 9982557"/>
                <a:gd name="connsiteY5" fmla="*/ 1249268 h 2606728"/>
                <a:gd name="connsiteX6" fmla="*/ 313360 w 9982557"/>
                <a:gd name="connsiteY6" fmla="*/ 1437804 h 2606728"/>
                <a:gd name="connsiteX7" fmla="*/ 643298 w 9982557"/>
                <a:gd name="connsiteY7" fmla="*/ 1598060 h 2606728"/>
                <a:gd name="connsiteX8" fmla="*/ 1265467 w 9982557"/>
                <a:gd name="connsiteY8" fmla="*/ 1626340 h 2606728"/>
                <a:gd name="connsiteX9" fmla="*/ 982663 w 9982557"/>
                <a:gd name="connsiteY9" fmla="*/ 1418950 h 2606728"/>
                <a:gd name="connsiteX10" fmla="*/ 435908 w 9982557"/>
                <a:gd name="connsiteY10" fmla="*/ 1192707 h 2606728"/>
                <a:gd name="connsiteX11" fmla="*/ 105970 w 9982557"/>
                <a:gd name="connsiteY11" fmla="*/ 1173853 h 2606728"/>
                <a:gd name="connsiteX12" fmla="*/ 2275 w 9982557"/>
                <a:gd name="connsiteY12" fmla="*/ 1107866 h 2606728"/>
                <a:gd name="connsiteX13" fmla="*/ 58836 w 9982557"/>
                <a:gd name="connsiteY13" fmla="*/ 975890 h 2606728"/>
                <a:gd name="connsiteX14" fmla="*/ 322787 w 9982557"/>
                <a:gd name="connsiteY14" fmla="*/ 834488 h 2606728"/>
                <a:gd name="connsiteX15" fmla="*/ 841261 w 9982557"/>
                <a:gd name="connsiteY15" fmla="*/ 664806 h 2606728"/>
                <a:gd name="connsiteX16" fmla="*/ 1472857 w 9982557"/>
                <a:gd name="connsiteY16" fmla="*/ 485697 h 2606728"/>
                <a:gd name="connsiteX17" fmla="*/ 2132733 w 9982557"/>
                <a:gd name="connsiteY17" fmla="*/ 240600 h 2606728"/>
                <a:gd name="connsiteX18" fmla="*/ 3273376 w 9982557"/>
                <a:gd name="connsiteY18" fmla="*/ 14356 h 2606728"/>
                <a:gd name="connsiteX19" fmla="*/ 4781665 w 9982557"/>
                <a:gd name="connsiteY19" fmla="*/ 52064 h 2606728"/>
                <a:gd name="connsiteX20" fmla="*/ 6582184 w 9982557"/>
                <a:gd name="connsiteY20" fmla="*/ 287734 h 2606728"/>
                <a:gd name="connsiteX21" fmla="*/ 8118754 w 9982557"/>
                <a:gd name="connsiteY21" fmla="*/ 627099 h 2606728"/>
                <a:gd name="connsiteX22" fmla="*/ 8882325 w 9982557"/>
                <a:gd name="connsiteY22" fmla="*/ 806208 h 2606728"/>
                <a:gd name="connsiteX23" fmla="*/ 9457360 w 9982557"/>
                <a:gd name="connsiteY23" fmla="*/ 730794 h 2606728"/>
                <a:gd name="connsiteX24" fmla="*/ 9777871 w 9982557"/>
                <a:gd name="connsiteY24" fmla="*/ 787354 h 2606728"/>
                <a:gd name="connsiteX25" fmla="*/ 9975834 w 9982557"/>
                <a:gd name="connsiteY25" fmla="*/ 1089012 h 2606728"/>
                <a:gd name="connsiteX26" fmla="*/ 9909846 w 9982557"/>
                <a:gd name="connsiteY26" fmla="*/ 1682901 h 2606728"/>
                <a:gd name="connsiteX27" fmla="*/ 9655323 w 9982557"/>
                <a:gd name="connsiteY27" fmla="*/ 1880864 h 2606728"/>
                <a:gd name="connsiteX28" fmla="*/ 9136848 w 9982557"/>
                <a:gd name="connsiteY28" fmla="*/ 1796022 h 2606728"/>
                <a:gd name="connsiteX29" fmla="*/ 8429838 w 9982557"/>
                <a:gd name="connsiteY29" fmla="*/ 1843156 h 2606728"/>
                <a:gd name="connsiteX30" fmla="*/ 7421170 w 9982557"/>
                <a:gd name="connsiteY30" fmla="*/ 2182521 h 2606728"/>
                <a:gd name="connsiteX31" fmla="*/ 6525624 w 9982557"/>
                <a:gd name="connsiteY31" fmla="*/ 2531313 h 2606728"/>
                <a:gd name="connsiteX32" fmla="*/ 5875174 w 9982557"/>
                <a:gd name="connsiteY32" fmla="*/ 2484179 h 2606728"/>
                <a:gd name="connsiteX33" fmla="*/ 4904213 w 9982557"/>
                <a:gd name="connsiteY33" fmla="*/ 2606728 h 2606728"/>
                <a:gd name="connsiteX34" fmla="*/ 4338605 w 9982557"/>
                <a:gd name="connsiteY34" fmla="*/ 2606728 h 2606728"/>
                <a:gd name="connsiteX0" fmla="*/ 4253763 w 9982557"/>
                <a:gd name="connsiteY0" fmla="*/ 2625582 h 2625582"/>
                <a:gd name="connsiteX1" fmla="*/ 2651207 w 9982557"/>
                <a:gd name="connsiteY1" fmla="*/ 2408765 h 2625582"/>
                <a:gd name="connsiteX2" fmla="*/ 992090 w 9982557"/>
                <a:gd name="connsiteY2" fmla="*/ 2031693 h 2625582"/>
                <a:gd name="connsiteX3" fmla="*/ 313360 w 9982557"/>
                <a:gd name="connsiteY3" fmla="*/ 1711181 h 2625582"/>
                <a:gd name="connsiteX4" fmla="*/ 105970 w 9982557"/>
                <a:gd name="connsiteY4" fmla="*/ 1381243 h 2625582"/>
                <a:gd name="connsiteX5" fmla="*/ 190811 w 9982557"/>
                <a:gd name="connsiteY5" fmla="*/ 1249268 h 2625582"/>
                <a:gd name="connsiteX6" fmla="*/ 313360 w 9982557"/>
                <a:gd name="connsiteY6" fmla="*/ 1437804 h 2625582"/>
                <a:gd name="connsiteX7" fmla="*/ 643298 w 9982557"/>
                <a:gd name="connsiteY7" fmla="*/ 1598060 h 2625582"/>
                <a:gd name="connsiteX8" fmla="*/ 1265467 w 9982557"/>
                <a:gd name="connsiteY8" fmla="*/ 1626340 h 2625582"/>
                <a:gd name="connsiteX9" fmla="*/ 982663 w 9982557"/>
                <a:gd name="connsiteY9" fmla="*/ 1418950 h 2625582"/>
                <a:gd name="connsiteX10" fmla="*/ 435908 w 9982557"/>
                <a:gd name="connsiteY10" fmla="*/ 1192707 h 2625582"/>
                <a:gd name="connsiteX11" fmla="*/ 105970 w 9982557"/>
                <a:gd name="connsiteY11" fmla="*/ 1173853 h 2625582"/>
                <a:gd name="connsiteX12" fmla="*/ 2275 w 9982557"/>
                <a:gd name="connsiteY12" fmla="*/ 1107866 h 2625582"/>
                <a:gd name="connsiteX13" fmla="*/ 58836 w 9982557"/>
                <a:gd name="connsiteY13" fmla="*/ 975890 h 2625582"/>
                <a:gd name="connsiteX14" fmla="*/ 322787 w 9982557"/>
                <a:gd name="connsiteY14" fmla="*/ 834488 h 2625582"/>
                <a:gd name="connsiteX15" fmla="*/ 841261 w 9982557"/>
                <a:gd name="connsiteY15" fmla="*/ 664806 h 2625582"/>
                <a:gd name="connsiteX16" fmla="*/ 1472857 w 9982557"/>
                <a:gd name="connsiteY16" fmla="*/ 485697 h 2625582"/>
                <a:gd name="connsiteX17" fmla="*/ 2132733 w 9982557"/>
                <a:gd name="connsiteY17" fmla="*/ 240600 h 2625582"/>
                <a:gd name="connsiteX18" fmla="*/ 3273376 w 9982557"/>
                <a:gd name="connsiteY18" fmla="*/ 14356 h 2625582"/>
                <a:gd name="connsiteX19" fmla="*/ 4781665 w 9982557"/>
                <a:gd name="connsiteY19" fmla="*/ 52064 h 2625582"/>
                <a:gd name="connsiteX20" fmla="*/ 6582184 w 9982557"/>
                <a:gd name="connsiteY20" fmla="*/ 287734 h 2625582"/>
                <a:gd name="connsiteX21" fmla="*/ 8118754 w 9982557"/>
                <a:gd name="connsiteY21" fmla="*/ 627099 h 2625582"/>
                <a:gd name="connsiteX22" fmla="*/ 8882325 w 9982557"/>
                <a:gd name="connsiteY22" fmla="*/ 806208 h 2625582"/>
                <a:gd name="connsiteX23" fmla="*/ 9457360 w 9982557"/>
                <a:gd name="connsiteY23" fmla="*/ 730794 h 2625582"/>
                <a:gd name="connsiteX24" fmla="*/ 9777871 w 9982557"/>
                <a:gd name="connsiteY24" fmla="*/ 787354 h 2625582"/>
                <a:gd name="connsiteX25" fmla="*/ 9975834 w 9982557"/>
                <a:gd name="connsiteY25" fmla="*/ 1089012 h 2625582"/>
                <a:gd name="connsiteX26" fmla="*/ 9909846 w 9982557"/>
                <a:gd name="connsiteY26" fmla="*/ 1682901 h 2625582"/>
                <a:gd name="connsiteX27" fmla="*/ 9655323 w 9982557"/>
                <a:gd name="connsiteY27" fmla="*/ 1880864 h 2625582"/>
                <a:gd name="connsiteX28" fmla="*/ 9136848 w 9982557"/>
                <a:gd name="connsiteY28" fmla="*/ 1796022 h 2625582"/>
                <a:gd name="connsiteX29" fmla="*/ 8429838 w 9982557"/>
                <a:gd name="connsiteY29" fmla="*/ 1843156 h 2625582"/>
                <a:gd name="connsiteX30" fmla="*/ 7421170 w 9982557"/>
                <a:gd name="connsiteY30" fmla="*/ 2182521 h 2625582"/>
                <a:gd name="connsiteX31" fmla="*/ 6525624 w 9982557"/>
                <a:gd name="connsiteY31" fmla="*/ 2531313 h 2625582"/>
                <a:gd name="connsiteX32" fmla="*/ 5875174 w 9982557"/>
                <a:gd name="connsiteY32" fmla="*/ 2484179 h 2625582"/>
                <a:gd name="connsiteX33" fmla="*/ 4904213 w 9982557"/>
                <a:gd name="connsiteY33" fmla="*/ 2606728 h 2625582"/>
                <a:gd name="connsiteX34" fmla="*/ 4253763 w 9982557"/>
                <a:gd name="connsiteY34" fmla="*/ 2625582 h 2625582"/>
                <a:gd name="connsiteX0" fmla="*/ 4253763 w 9982557"/>
                <a:gd name="connsiteY0" fmla="*/ 2625582 h 2625582"/>
                <a:gd name="connsiteX1" fmla="*/ 2651207 w 9982557"/>
                <a:gd name="connsiteY1" fmla="*/ 2408765 h 2625582"/>
                <a:gd name="connsiteX2" fmla="*/ 992090 w 9982557"/>
                <a:gd name="connsiteY2" fmla="*/ 2031693 h 2625582"/>
                <a:gd name="connsiteX3" fmla="*/ 313360 w 9982557"/>
                <a:gd name="connsiteY3" fmla="*/ 1711181 h 2625582"/>
                <a:gd name="connsiteX4" fmla="*/ 105970 w 9982557"/>
                <a:gd name="connsiteY4" fmla="*/ 1381243 h 2625582"/>
                <a:gd name="connsiteX5" fmla="*/ 190811 w 9982557"/>
                <a:gd name="connsiteY5" fmla="*/ 1249268 h 2625582"/>
                <a:gd name="connsiteX6" fmla="*/ 313360 w 9982557"/>
                <a:gd name="connsiteY6" fmla="*/ 1437804 h 2625582"/>
                <a:gd name="connsiteX7" fmla="*/ 643298 w 9982557"/>
                <a:gd name="connsiteY7" fmla="*/ 1598060 h 2625582"/>
                <a:gd name="connsiteX8" fmla="*/ 1265467 w 9982557"/>
                <a:gd name="connsiteY8" fmla="*/ 1626340 h 2625582"/>
                <a:gd name="connsiteX9" fmla="*/ 982663 w 9982557"/>
                <a:gd name="connsiteY9" fmla="*/ 1418950 h 2625582"/>
                <a:gd name="connsiteX10" fmla="*/ 435908 w 9982557"/>
                <a:gd name="connsiteY10" fmla="*/ 1192707 h 2625582"/>
                <a:gd name="connsiteX11" fmla="*/ 105970 w 9982557"/>
                <a:gd name="connsiteY11" fmla="*/ 1173853 h 2625582"/>
                <a:gd name="connsiteX12" fmla="*/ 2275 w 9982557"/>
                <a:gd name="connsiteY12" fmla="*/ 1107866 h 2625582"/>
                <a:gd name="connsiteX13" fmla="*/ 58836 w 9982557"/>
                <a:gd name="connsiteY13" fmla="*/ 975890 h 2625582"/>
                <a:gd name="connsiteX14" fmla="*/ 322787 w 9982557"/>
                <a:gd name="connsiteY14" fmla="*/ 834488 h 2625582"/>
                <a:gd name="connsiteX15" fmla="*/ 841261 w 9982557"/>
                <a:gd name="connsiteY15" fmla="*/ 664806 h 2625582"/>
                <a:gd name="connsiteX16" fmla="*/ 1472857 w 9982557"/>
                <a:gd name="connsiteY16" fmla="*/ 485697 h 2625582"/>
                <a:gd name="connsiteX17" fmla="*/ 2132733 w 9982557"/>
                <a:gd name="connsiteY17" fmla="*/ 240600 h 2625582"/>
                <a:gd name="connsiteX18" fmla="*/ 3273376 w 9982557"/>
                <a:gd name="connsiteY18" fmla="*/ 14356 h 2625582"/>
                <a:gd name="connsiteX19" fmla="*/ 4781665 w 9982557"/>
                <a:gd name="connsiteY19" fmla="*/ 52064 h 2625582"/>
                <a:gd name="connsiteX20" fmla="*/ 6582184 w 9982557"/>
                <a:gd name="connsiteY20" fmla="*/ 287734 h 2625582"/>
                <a:gd name="connsiteX21" fmla="*/ 8118754 w 9982557"/>
                <a:gd name="connsiteY21" fmla="*/ 627099 h 2625582"/>
                <a:gd name="connsiteX22" fmla="*/ 8882325 w 9982557"/>
                <a:gd name="connsiteY22" fmla="*/ 806208 h 2625582"/>
                <a:gd name="connsiteX23" fmla="*/ 9457360 w 9982557"/>
                <a:gd name="connsiteY23" fmla="*/ 730794 h 2625582"/>
                <a:gd name="connsiteX24" fmla="*/ 9777871 w 9982557"/>
                <a:gd name="connsiteY24" fmla="*/ 787354 h 2625582"/>
                <a:gd name="connsiteX25" fmla="*/ 9975834 w 9982557"/>
                <a:gd name="connsiteY25" fmla="*/ 1089012 h 2625582"/>
                <a:gd name="connsiteX26" fmla="*/ 9909846 w 9982557"/>
                <a:gd name="connsiteY26" fmla="*/ 1682901 h 2625582"/>
                <a:gd name="connsiteX27" fmla="*/ 9655323 w 9982557"/>
                <a:gd name="connsiteY27" fmla="*/ 1880864 h 2625582"/>
                <a:gd name="connsiteX28" fmla="*/ 9136848 w 9982557"/>
                <a:gd name="connsiteY28" fmla="*/ 1796022 h 2625582"/>
                <a:gd name="connsiteX29" fmla="*/ 8429838 w 9982557"/>
                <a:gd name="connsiteY29" fmla="*/ 1843156 h 2625582"/>
                <a:gd name="connsiteX30" fmla="*/ 7421170 w 9982557"/>
                <a:gd name="connsiteY30" fmla="*/ 2182521 h 2625582"/>
                <a:gd name="connsiteX31" fmla="*/ 6657599 w 9982557"/>
                <a:gd name="connsiteY31" fmla="*/ 2446472 h 2625582"/>
                <a:gd name="connsiteX32" fmla="*/ 5875174 w 9982557"/>
                <a:gd name="connsiteY32" fmla="*/ 2484179 h 2625582"/>
                <a:gd name="connsiteX33" fmla="*/ 4904213 w 9982557"/>
                <a:gd name="connsiteY33" fmla="*/ 2606728 h 2625582"/>
                <a:gd name="connsiteX34" fmla="*/ 4253763 w 9982557"/>
                <a:gd name="connsiteY34" fmla="*/ 2625582 h 2625582"/>
                <a:gd name="connsiteX0" fmla="*/ 4253763 w 9982557"/>
                <a:gd name="connsiteY0" fmla="*/ 2625582 h 2625582"/>
                <a:gd name="connsiteX1" fmla="*/ 2651207 w 9982557"/>
                <a:gd name="connsiteY1" fmla="*/ 2408765 h 2625582"/>
                <a:gd name="connsiteX2" fmla="*/ 992090 w 9982557"/>
                <a:gd name="connsiteY2" fmla="*/ 2031693 h 2625582"/>
                <a:gd name="connsiteX3" fmla="*/ 313360 w 9982557"/>
                <a:gd name="connsiteY3" fmla="*/ 1711181 h 2625582"/>
                <a:gd name="connsiteX4" fmla="*/ 105970 w 9982557"/>
                <a:gd name="connsiteY4" fmla="*/ 1381243 h 2625582"/>
                <a:gd name="connsiteX5" fmla="*/ 190811 w 9982557"/>
                <a:gd name="connsiteY5" fmla="*/ 1249268 h 2625582"/>
                <a:gd name="connsiteX6" fmla="*/ 313360 w 9982557"/>
                <a:gd name="connsiteY6" fmla="*/ 1437804 h 2625582"/>
                <a:gd name="connsiteX7" fmla="*/ 643298 w 9982557"/>
                <a:gd name="connsiteY7" fmla="*/ 1598060 h 2625582"/>
                <a:gd name="connsiteX8" fmla="*/ 1265467 w 9982557"/>
                <a:gd name="connsiteY8" fmla="*/ 1626340 h 2625582"/>
                <a:gd name="connsiteX9" fmla="*/ 982663 w 9982557"/>
                <a:gd name="connsiteY9" fmla="*/ 1418950 h 2625582"/>
                <a:gd name="connsiteX10" fmla="*/ 435908 w 9982557"/>
                <a:gd name="connsiteY10" fmla="*/ 1192707 h 2625582"/>
                <a:gd name="connsiteX11" fmla="*/ 105970 w 9982557"/>
                <a:gd name="connsiteY11" fmla="*/ 1173853 h 2625582"/>
                <a:gd name="connsiteX12" fmla="*/ 2275 w 9982557"/>
                <a:gd name="connsiteY12" fmla="*/ 1107866 h 2625582"/>
                <a:gd name="connsiteX13" fmla="*/ 58836 w 9982557"/>
                <a:gd name="connsiteY13" fmla="*/ 975890 h 2625582"/>
                <a:gd name="connsiteX14" fmla="*/ 322787 w 9982557"/>
                <a:gd name="connsiteY14" fmla="*/ 834488 h 2625582"/>
                <a:gd name="connsiteX15" fmla="*/ 841261 w 9982557"/>
                <a:gd name="connsiteY15" fmla="*/ 664806 h 2625582"/>
                <a:gd name="connsiteX16" fmla="*/ 1472857 w 9982557"/>
                <a:gd name="connsiteY16" fmla="*/ 485697 h 2625582"/>
                <a:gd name="connsiteX17" fmla="*/ 2132733 w 9982557"/>
                <a:gd name="connsiteY17" fmla="*/ 240600 h 2625582"/>
                <a:gd name="connsiteX18" fmla="*/ 3273376 w 9982557"/>
                <a:gd name="connsiteY18" fmla="*/ 14356 h 2625582"/>
                <a:gd name="connsiteX19" fmla="*/ 4781665 w 9982557"/>
                <a:gd name="connsiteY19" fmla="*/ 52064 h 2625582"/>
                <a:gd name="connsiteX20" fmla="*/ 6582184 w 9982557"/>
                <a:gd name="connsiteY20" fmla="*/ 287734 h 2625582"/>
                <a:gd name="connsiteX21" fmla="*/ 8118754 w 9982557"/>
                <a:gd name="connsiteY21" fmla="*/ 627099 h 2625582"/>
                <a:gd name="connsiteX22" fmla="*/ 8882325 w 9982557"/>
                <a:gd name="connsiteY22" fmla="*/ 806208 h 2625582"/>
                <a:gd name="connsiteX23" fmla="*/ 9457360 w 9982557"/>
                <a:gd name="connsiteY23" fmla="*/ 730794 h 2625582"/>
                <a:gd name="connsiteX24" fmla="*/ 9777871 w 9982557"/>
                <a:gd name="connsiteY24" fmla="*/ 787354 h 2625582"/>
                <a:gd name="connsiteX25" fmla="*/ 9975834 w 9982557"/>
                <a:gd name="connsiteY25" fmla="*/ 1089012 h 2625582"/>
                <a:gd name="connsiteX26" fmla="*/ 9909846 w 9982557"/>
                <a:gd name="connsiteY26" fmla="*/ 1682901 h 2625582"/>
                <a:gd name="connsiteX27" fmla="*/ 9655323 w 9982557"/>
                <a:gd name="connsiteY27" fmla="*/ 1880864 h 2625582"/>
                <a:gd name="connsiteX28" fmla="*/ 9136848 w 9982557"/>
                <a:gd name="connsiteY28" fmla="*/ 1796022 h 2625582"/>
                <a:gd name="connsiteX29" fmla="*/ 8429838 w 9982557"/>
                <a:gd name="connsiteY29" fmla="*/ 1843156 h 2625582"/>
                <a:gd name="connsiteX30" fmla="*/ 7421170 w 9982557"/>
                <a:gd name="connsiteY30" fmla="*/ 2182521 h 2625582"/>
                <a:gd name="connsiteX31" fmla="*/ 6657599 w 9982557"/>
                <a:gd name="connsiteY31" fmla="*/ 2446472 h 2625582"/>
                <a:gd name="connsiteX32" fmla="*/ 5875174 w 9982557"/>
                <a:gd name="connsiteY32" fmla="*/ 2569020 h 2625582"/>
                <a:gd name="connsiteX33" fmla="*/ 4904213 w 9982557"/>
                <a:gd name="connsiteY33" fmla="*/ 2606728 h 2625582"/>
                <a:gd name="connsiteX34" fmla="*/ 4253763 w 9982557"/>
                <a:gd name="connsiteY34" fmla="*/ 2625582 h 2625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82557" h="2625582">
                  <a:moveTo>
                    <a:pt x="4253763" y="2625582"/>
                  </a:moveTo>
                  <a:cubicBezTo>
                    <a:pt x="3688940" y="2574520"/>
                    <a:pt x="3194819" y="2507747"/>
                    <a:pt x="2651207" y="2408765"/>
                  </a:cubicBezTo>
                  <a:cubicBezTo>
                    <a:pt x="2107595" y="2309783"/>
                    <a:pt x="1381731" y="2147957"/>
                    <a:pt x="992090" y="2031693"/>
                  </a:cubicBezTo>
                  <a:cubicBezTo>
                    <a:pt x="602449" y="1915429"/>
                    <a:pt x="461047" y="1819589"/>
                    <a:pt x="313360" y="1711181"/>
                  </a:cubicBezTo>
                  <a:cubicBezTo>
                    <a:pt x="165673" y="1602773"/>
                    <a:pt x="126395" y="1458228"/>
                    <a:pt x="105970" y="1381243"/>
                  </a:cubicBezTo>
                  <a:cubicBezTo>
                    <a:pt x="85545" y="1304257"/>
                    <a:pt x="156246" y="1239841"/>
                    <a:pt x="190811" y="1249268"/>
                  </a:cubicBezTo>
                  <a:cubicBezTo>
                    <a:pt x="225376" y="1258695"/>
                    <a:pt x="237945" y="1379672"/>
                    <a:pt x="313360" y="1437804"/>
                  </a:cubicBezTo>
                  <a:cubicBezTo>
                    <a:pt x="388775" y="1495936"/>
                    <a:pt x="484614" y="1566637"/>
                    <a:pt x="643298" y="1598060"/>
                  </a:cubicBezTo>
                  <a:cubicBezTo>
                    <a:pt x="801982" y="1629483"/>
                    <a:pt x="1208906" y="1656192"/>
                    <a:pt x="1265467" y="1626340"/>
                  </a:cubicBezTo>
                  <a:cubicBezTo>
                    <a:pt x="1322028" y="1596488"/>
                    <a:pt x="1120923" y="1491222"/>
                    <a:pt x="982663" y="1418950"/>
                  </a:cubicBezTo>
                  <a:cubicBezTo>
                    <a:pt x="844403" y="1346678"/>
                    <a:pt x="582023" y="1233556"/>
                    <a:pt x="435908" y="1192707"/>
                  </a:cubicBezTo>
                  <a:cubicBezTo>
                    <a:pt x="289793" y="1151858"/>
                    <a:pt x="178242" y="1187993"/>
                    <a:pt x="105970" y="1173853"/>
                  </a:cubicBezTo>
                  <a:cubicBezTo>
                    <a:pt x="33698" y="1159713"/>
                    <a:pt x="10131" y="1140860"/>
                    <a:pt x="2275" y="1107866"/>
                  </a:cubicBezTo>
                  <a:cubicBezTo>
                    <a:pt x="-5581" y="1074872"/>
                    <a:pt x="5417" y="1021453"/>
                    <a:pt x="58836" y="975890"/>
                  </a:cubicBezTo>
                  <a:cubicBezTo>
                    <a:pt x="112255" y="930327"/>
                    <a:pt x="192383" y="886335"/>
                    <a:pt x="322787" y="834488"/>
                  </a:cubicBezTo>
                  <a:cubicBezTo>
                    <a:pt x="453191" y="782641"/>
                    <a:pt x="649583" y="722938"/>
                    <a:pt x="841261" y="664806"/>
                  </a:cubicBezTo>
                  <a:cubicBezTo>
                    <a:pt x="1032939" y="606674"/>
                    <a:pt x="1257612" y="556398"/>
                    <a:pt x="1472857" y="485697"/>
                  </a:cubicBezTo>
                  <a:cubicBezTo>
                    <a:pt x="1688102" y="414996"/>
                    <a:pt x="1832646" y="319157"/>
                    <a:pt x="2132733" y="240600"/>
                  </a:cubicBezTo>
                  <a:cubicBezTo>
                    <a:pt x="2432819" y="162043"/>
                    <a:pt x="2831887" y="45779"/>
                    <a:pt x="3273376" y="14356"/>
                  </a:cubicBezTo>
                  <a:cubicBezTo>
                    <a:pt x="3714865" y="-17067"/>
                    <a:pt x="4230197" y="6501"/>
                    <a:pt x="4781665" y="52064"/>
                  </a:cubicBezTo>
                  <a:cubicBezTo>
                    <a:pt x="5333133" y="97627"/>
                    <a:pt x="6026003" y="191895"/>
                    <a:pt x="6582184" y="287734"/>
                  </a:cubicBezTo>
                  <a:cubicBezTo>
                    <a:pt x="7138365" y="383573"/>
                    <a:pt x="8118754" y="627099"/>
                    <a:pt x="8118754" y="627099"/>
                  </a:cubicBezTo>
                  <a:cubicBezTo>
                    <a:pt x="8502111" y="713511"/>
                    <a:pt x="8659224" y="788925"/>
                    <a:pt x="8882325" y="806208"/>
                  </a:cubicBezTo>
                  <a:cubicBezTo>
                    <a:pt x="9105426" y="823490"/>
                    <a:pt x="9308102" y="733936"/>
                    <a:pt x="9457360" y="730794"/>
                  </a:cubicBezTo>
                  <a:cubicBezTo>
                    <a:pt x="9606618" y="727652"/>
                    <a:pt x="9691459" y="727651"/>
                    <a:pt x="9777871" y="787354"/>
                  </a:cubicBezTo>
                  <a:cubicBezTo>
                    <a:pt x="9864283" y="847057"/>
                    <a:pt x="9953838" y="939754"/>
                    <a:pt x="9975834" y="1089012"/>
                  </a:cubicBezTo>
                  <a:cubicBezTo>
                    <a:pt x="9997830" y="1238270"/>
                    <a:pt x="9963264" y="1550926"/>
                    <a:pt x="9909846" y="1682901"/>
                  </a:cubicBezTo>
                  <a:cubicBezTo>
                    <a:pt x="9856428" y="1814876"/>
                    <a:pt x="9784156" y="1862011"/>
                    <a:pt x="9655323" y="1880864"/>
                  </a:cubicBezTo>
                  <a:cubicBezTo>
                    <a:pt x="9526490" y="1899717"/>
                    <a:pt x="9341095" y="1802307"/>
                    <a:pt x="9136848" y="1796022"/>
                  </a:cubicBezTo>
                  <a:cubicBezTo>
                    <a:pt x="8932601" y="1789737"/>
                    <a:pt x="8715784" y="1778740"/>
                    <a:pt x="8429838" y="1843156"/>
                  </a:cubicBezTo>
                  <a:cubicBezTo>
                    <a:pt x="8143892" y="1907572"/>
                    <a:pt x="7716543" y="2081968"/>
                    <a:pt x="7421170" y="2182521"/>
                  </a:cubicBezTo>
                  <a:cubicBezTo>
                    <a:pt x="7125797" y="2283074"/>
                    <a:pt x="6915265" y="2382055"/>
                    <a:pt x="6657599" y="2446472"/>
                  </a:cubicBezTo>
                  <a:cubicBezTo>
                    <a:pt x="6399933" y="2510889"/>
                    <a:pt x="6167405" y="2542311"/>
                    <a:pt x="5875174" y="2569020"/>
                  </a:cubicBezTo>
                  <a:cubicBezTo>
                    <a:pt x="5582943" y="2595729"/>
                    <a:pt x="5174448" y="2597301"/>
                    <a:pt x="4904213" y="2606728"/>
                  </a:cubicBezTo>
                  <a:lnTo>
                    <a:pt x="4253763" y="2625582"/>
                  </a:lnTo>
                  <a:close/>
                </a:path>
              </a:pathLst>
            </a:custGeom>
            <a:gradFill flip="none" rotWithShape="1">
              <a:gsLst>
                <a:gs pos="34000">
                  <a:srgbClr val="3B3A29"/>
                </a:gs>
                <a:gs pos="19000">
                  <a:schemeClr val="tx1">
                    <a:lumMod val="85000"/>
                    <a:lumOff val="15000"/>
                  </a:schemeClr>
                </a:gs>
                <a:gs pos="45000">
                  <a:srgbClr val="4C4B35"/>
                </a:gs>
                <a:gs pos="100000">
                  <a:srgbClr val="800000"/>
                </a:gs>
              </a:gsLst>
              <a:lin ang="4800000" scaled="0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97" name="Freeform 36">
              <a:extLst>
                <a:ext uri="{FF2B5EF4-FFF2-40B4-BE49-F238E27FC236}">
                  <a16:creationId xmlns:a16="http://schemas.microsoft.com/office/drawing/2014/main" id="{55A23E69-7174-4778-AA45-722AD8145F2D}"/>
                </a:ext>
              </a:extLst>
            </p:cNvPr>
            <p:cNvSpPr/>
            <p:nvPr/>
          </p:nvSpPr>
          <p:spPr>
            <a:xfrm flipH="1">
              <a:off x="6029921" y="4284104"/>
              <a:ext cx="793256" cy="1032612"/>
            </a:xfrm>
            <a:custGeom>
              <a:avLst/>
              <a:gdLst>
                <a:gd name="connsiteX0" fmla="*/ 248309 w 327230"/>
                <a:gd name="connsiteY0" fmla="*/ 3251 h 433245"/>
                <a:gd name="connsiteX1" fmla="*/ 3380 w 327230"/>
                <a:gd name="connsiteY1" fmla="*/ 63123 h 433245"/>
                <a:gd name="connsiteX2" fmla="*/ 120402 w 327230"/>
                <a:gd name="connsiteY2" fmla="*/ 433237 h 433245"/>
                <a:gd name="connsiteX3" fmla="*/ 327230 w 327230"/>
                <a:gd name="connsiteY3" fmla="*/ 52237 h 433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230" h="433245">
                  <a:moveTo>
                    <a:pt x="248309" y="3251"/>
                  </a:moveTo>
                  <a:cubicBezTo>
                    <a:pt x="136503" y="-2645"/>
                    <a:pt x="24698" y="-8541"/>
                    <a:pt x="3380" y="63123"/>
                  </a:cubicBezTo>
                  <a:cubicBezTo>
                    <a:pt x="-17938" y="134787"/>
                    <a:pt x="66427" y="435051"/>
                    <a:pt x="120402" y="433237"/>
                  </a:cubicBezTo>
                  <a:cubicBezTo>
                    <a:pt x="174377" y="431423"/>
                    <a:pt x="250803" y="241830"/>
                    <a:pt x="327230" y="52237"/>
                  </a:cubicBezTo>
                </a:path>
              </a:pathLst>
            </a:custGeom>
            <a:solidFill>
              <a:srgbClr val="3B3A2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98" name="Freeform 37">
              <a:extLst>
                <a:ext uri="{FF2B5EF4-FFF2-40B4-BE49-F238E27FC236}">
                  <a16:creationId xmlns:a16="http://schemas.microsoft.com/office/drawing/2014/main" id="{1F69ED2B-41C2-430E-B470-F1FFEBD4C387}"/>
                </a:ext>
              </a:extLst>
            </p:cNvPr>
            <p:cNvSpPr/>
            <p:nvPr/>
          </p:nvSpPr>
          <p:spPr>
            <a:xfrm flipH="1">
              <a:off x="3272306" y="3597755"/>
              <a:ext cx="1512158" cy="704813"/>
            </a:xfrm>
            <a:custGeom>
              <a:avLst/>
              <a:gdLst>
                <a:gd name="connsiteX0" fmla="*/ 599295 w 623788"/>
                <a:gd name="connsiteY0" fmla="*/ 49010 h 295713"/>
                <a:gd name="connsiteX1" fmla="*/ 272723 w 623788"/>
                <a:gd name="connsiteY1" fmla="*/ 24 h 295713"/>
                <a:gd name="connsiteX2" fmla="*/ 580 w 623788"/>
                <a:gd name="connsiteY2" fmla="*/ 54453 h 295713"/>
                <a:gd name="connsiteX3" fmla="*/ 346202 w 623788"/>
                <a:gd name="connsiteY3" fmla="*/ 293939 h 295713"/>
                <a:gd name="connsiteX4" fmla="*/ 623788 w 623788"/>
                <a:gd name="connsiteY4" fmla="*/ 144260 h 295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3788" h="295713">
                  <a:moveTo>
                    <a:pt x="599295" y="49010"/>
                  </a:moveTo>
                  <a:cubicBezTo>
                    <a:pt x="485902" y="24063"/>
                    <a:pt x="372509" y="-883"/>
                    <a:pt x="272723" y="24"/>
                  </a:cubicBezTo>
                  <a:cubicBezTo>
                    <a:pt x="172937" y="931"/>
                    <a:pt x="-11666" y="5467"/>
                    <a:pt x="580" y="54453"/>
                  </a:cubicBezTo>
                  <a:cubicBezTo>
                    <a:pt x="12826" y="103439"/>
                    <a:pt x="242334" y="278971"/>
                    <a:pt x="346202" y="293939"/>
                  </a:cubicBezTo>
                  <a:cubicBezTo>
                    <a:pt x="450070" y="308907"/>
                    <a:pt x="536929" y="226583"/>
                    <a:pt x="623788" y="144260"/>
                  </a:cubicBezTo>
                </a:path>
              </a:pathLst>
            </a:custGeom>
            <a:solidFill>
              <a:srgbClr val="3B3A2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99" name="Freeform 38">
              <a:extLst>
                <a:ext uri="{FF2B5EF4-FFF2-40B4-BE49-F238E27FC236}">
                  <a16:creationId xmlns:a16="http://schemas.microsoft.com/office/drawing/2014/main" id="{9FBFEAE2-BA32-4FD5-B363-8F3103DF9135}"/>
                </a:ext>
              </a:extLst>
            </p:cNvPr>
            <p:cNvSpPr/>
            <p:nvPr/>
          </p:nvSpPr>
          <p:spPr>
            <a:xfrm flipH="1">
              <a:off x="2387819" y="2548325"/>
              <a:ext cx="836835" cy="1666992"/>
            </a:xfrm>
            <a:custGeom>
              <a:avLst/>
              <a:gdLst>
                <a:gd name="connsiteX0" fmla="*/ 345207 w 345207"/>
                <a:gd name="connsiteY0" fmla="*/ 699407 h 699407"/>
                <a:gd name="connsiteX1" fmla="*/ 73064 w 345207"/>
                <a:gd name="connsiteY1" fmla="*/ 555172 h 699407"/>
                <a:gd name="connsiteX2" fmla="*/ 7750 w 345207"/>
                <a:gd name="connsiteY2" fmla="*/ 127907 h 699407"/>
                <a:gd name="connsiteX3" fmla="*/ 214578 w 345207"/>
                <a:gd name="connsiteY3" fmla="*/ 0 h 699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5207" h="699407">
                  <a:moveTo>
                    <a:pt x="345207" y="699407"/>
                  </a:moveTo>
                  <a:cubicBezTo>
                    <a:pt x="237257" y="674914"/>
                    <a:pt x="129307" y="650422"/>
                    <a:pt x="73064" y="555172"/>
                  </a:cubicBezTo>
                  <a:cubicBezTo>
                    <a:pt x="16821" y="459922"/>
                    <a:pt x="-15836" y="220436"/>
                    <a:pt x="7750" y="127907"/>
                  </a:cubicBezTo>
                  <a:cubicBezTo>
                    <a:pt x="31336" y="35378"/>
                    <a:pt x="122957" y="17689"/>
                    <a:pt x="214578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00" name="Freeform 39">
              <a:extLst>
                <a:ext uri="{FF2B5EF4-FFF2-40B4-BE49-F238E27FC236}">
                  <a16:creationId xmlns:a16="http://schemas.microsoft.com/office/drawing/2014/main" id="{1D6B9EA9-9257-45ED-8FE6-1A3CA24D1357}"/>
                </a:ext>
              </a:extLst>
            </p:cNvPr>
            <p:cNvSpPr/>
            <p:nvPr/>
          </p:nvSpPr>
          <p:spPr>
            <a:xfrm flipH="1">
              <a:off x="2348703" y="2761074"/>
              <a:ext cx="418787" cy="979440"/>
            </a:xfrm>
            <a:custGeom>
              <a:avLst/>
              <a:gdLst>
                <a:gd name="connsiteX0" fmla="*/ 134656 w 172756"/>
                <a:gd name="connsiteY0" fmla="*/ 410936 h 410936"/>
                <a:gd name="connsiteX1" fmla="*/ 20356 w 172756"/>
                <a:gd name="connsiteY1" fmla="*/ 381000 h 410936"/>
                <a:gd name="connsiteX2" fmla="*/ 1306 w 172756"/>
                <a:gd name="connsiteY2" fmla="*/ 263979 h 410936"/>
                <a:gd name="connsiteX3" fmla="*/ 36684 w 172756"/>
                <a:gd name="connsiteY3" fmla="*/ 65314 h 410936"/>
                <a:gd name="connsiteX4" fmla="*/ 172756 w 172756"/>
                <a:gd name="connsiteY4" fmla="*/ 0 h 410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756" h="410936">
                  <a:moveTo>
                    <a:pt x="134656" y="410936"/>
                  </a:moveTo>
                  <a:cubicBezTo>
                    <a:pt x="88618" y="408214"/>
                    <a:pt x="42581" y="405493"/>
                    <a:pt x="20356" y="381000"/>
                  </a:cubicBezTo>
                  <a:cubicBezTo>
                    <a:pt x="-1869" y="356507"/>
                    <a:pt x="-1415" y="316593"/>
                    <a:pt x="1306" y="263979"/>
                  </a:cubicBezTo>
                  <a:cubicBezTo>
                    <a:pt x="4027" y="211365"/>
                    <a:pt x="8109" y="109310"/>
                    <a:pt x="36684" y="65314"/>
                  </a:cubicBezTo>
                  <a:cubicBezTo>
                    <a:pt x="65259" y="21318"/>
                    <a:pt x="119007" y="10659"/>
                    <a:pt x="172756" y="0"/>
                  </a:cubicBezTo>
                </a:path>
              </a:pathLst>
            </a:cu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1101" name="Group 1100">
              <a:extLst>
                <a:ext uri="{FF2B5EF4-FFF2-40B4-BE49-F238E27FC236}">
                  <a16:creationId xmlns:a16="http://schemas.microsoft.com/office/drawing/2014/main" id="{553D6128-604D-4326-A10B-1AC1DC873E76}"/>
                </a:ext>
              </a:extLst>
            </p:cNvPr>
            <p:cNvGrpSpPr/>
            <p:nvPr/>
          </p:nvGrpSpPr>
          <p:grpSpPr>
            <a:xfrm>
              <a:off x="1538496" y="2872627"/>
              <a:ext cx="371875" cy="377156"/>
              <a:chOff x="1096705" y="2153857"/>
              <a:chExt cx="462016" cy="468575"/>
            </a:xfrm>
          </p:grpSpPr>
          <p:sp>
            <p:nvSpPr>
              <p:cNvPr id="1138" name="Oval 1137">
                <a:extLst>
                  <a:ext uri="{FF2B5EF4-FFF2-40B4-BE49-F238E27FC236}">
                    <a16:creationId xmlns:a16="http://schemas.microsoft.com/office/drawing/2014/main" id="{4739A956-F9D9-4EA4-AB57-6193DA3A6A98}"/>
                  </a:ext>
                </a:extLst>
              </p:cNvPr>
              <p:cNvSpPr/>
              <p:nvPr/>
            </p:nvSpPr>
            <p:spPr>
              <a:xfrm flipH="1">
                <a:off x="1096705" y="2153857"/>
                <a:ext cx="462016" cy="468575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9" name="Oval 1138">
                <a:extLst>
                  <a:ext uri="{FF2B5EF4-FFF2-40B4-BE49-F238E27FC236}">
                    <a16:creationId xmlns:a16="http://schemas.microsoft.com/office/drawing/2014/main" id="{C27E9045-AD2E-4E46-B78E-AA26A1DC2548}"/>
                  </a:ext>
                </a:extLst>
              </p:cNvPr>
              <p:cNvSpPr/>
              <p:nvPr/>
            </p:nvSpPr>
            <p:spPr>
              <a:xfrm flipH="1">
                <a:off x="1151398" y="2213867"/>
                <a:ext cx="348553" cy="348553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0" name="Oval 1139">
                <a:extLst>
                  <a:ext uri="{FF2B5EF4-FFF2-40B4-BE49-F238E27FC236}">
                    <a16:creationId xmlns:a16="http://schemas.microsoft.com/office/drawing/2014/main" id="{855F2B3C-27BD-438A-8D59-A85BD171D3FE}"/>
                  </a:ext>
                </a:extLst>
              </p:cNvPr>
              <p:cNvSpPr/>
              <p:nvPr/>
            </p:nvSpPr>
            <p:spPr>
              <a:xfrm>
                <a:off x="1190059" y="2252523"/>
                <a:ext cx="271230" cy="271240"/>
              </a:xfrm>
              <a:prstGeom prst="ellipse">
                <a:avLst/>
              </a:prstGeom>
              <a:solidFill>
                <a:schemeClr val="tx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02" name="Oval 1101">
              <a:extLst>
                <a:ext uri="{FF2B5EF4-FFF2-40B4-BE49-F238E27FC236}">
                  <a16:creationId xmlns:a16="http://schemas.microsoft.com/office/drawing/2014/main" id="{8E8E384D-BCDC-4F5A-9BDF-010E89DDD6A4}"/>
                </a:ext>
              </a:extLst>
            </p:cNvPr>
            <p:cNvSpPr/>
            <p:nvPr/>
          </p:nvSpPr>
          <p:spPr>
            <a:xfrm>
              <a:off x="3778818" y="2190717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3" name="Oval 1102">
              <a:extLst>
                <a:ext uri="{FF2B5EF4-FFF2-40B4-BE49-F238E27FC236}">
                  <a16:creationId xmlns:a16="http://schemas.microsoft.com/office/drawing/2014/main" id="{B4F12233-2775-4EFA-A14B-88B566618E7C}"/>
                </a:ext>
              </a:extLst>
            </p:cNvPr>
            <p:cNvSpPr/>
            <p:nvPr/>
          </p:nvSpPr>
          <p:spPr>
            <a:xfrm>
              <a:off x="8003142" y="2868932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4" name="Oval 1103">
              <a:extLst>
                <a:ext uri="{FF2B5EF4-FFF2-40B4-BE49-F238E27FC236}">
                  <a16:creationId xmlns:a16="http://schemas.microsoft.com/office/drawing/2014/main" id="{16ACCC69-5835-4B44-A74E-9A60494F0D39}"/>
                </a:ext>
              </a:extLst>
            </p:cNvPr>
            <p:cNvSpPr/>
            <p:nvPr/>
          </p:nvSpPr>
          <p:spPr>
            <a:xfrm>
              <a:off x="6029921" y="2291118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5" name="Oval 1104">
              <a:extLst>
                <a:ext uri="{FF2B5EF4-FFF2-40B4-BE49-F238E27FC236}">
                  <a16:creationId xmlns:a16="http://schemas.microsoft.com/office/drawing/2014/main" id="{35863C84-E260-44A8-AD1C-5B39DDF2A61A}"/>
                </a:ext>
              </a:extLst>
            </p:cNvPr>
            <p:cNvSpPr/>
            <p:nvPr/>
          </p:nvSpPr>
          <p:spPr>
            <a:xfrm>
              <a:off x="8549981" y="2897917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6" name="Oval 1105">
              <a:extLst>
                <a:ext uri="{FF2B5EF4-FFF2-40B4-BE49-F238E27FC236}">
                  <a16:creationId xmlns:a16="http://schemas.microsoft.com/office/drawing/2014/main" id="{F5A08EB3-B16E-4F24-8606-B5AC7323B740}"/>
                </a:ext>
              </a:extLst>
            </p:cNvPr>
            <p:cNvSpPr/>
            <p:nvPr/>
          </p:nvSpPr>
          <p:spPr>
            <a:xfrm>
              <a:off x="4219716" y="2291118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7" name="Oval 1106">
              <a:extLst>
                <a:ext uri="{FF2B5EF4-FFF2-40B4-BE49-F238E27FC236}">
                  <a16:creationId xmlns:a16="http://schemas.microsoft.com/office/drawing/2014/main" id="{E165701D-59B6-426F-BB7C-7B7E48A87F87}"/>
                </a:ext>
              </a:extLst>
            </p:cNvPr>
            <p:cNvSpPr/>
            <p:nvPr/>
          </p:nvSpPr>
          <p:spPr>
            <a:xfrm>
              <a:off x="4861282" y="2242062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8" name="Oval 1107">
              <a:extLst>
                <a:ext uri="{FF2B5EF4-FFF2-40B4-BE49-F238E27FC236}">
                  <a16:creationId xmlns:a16="http://schemas.microsoft.com/office/drawing/2014/main" id="{420CCB9C-AB3E-4775-9901-66DC1CD24104}"/>
                </a:ext>
              </a:extLst>
            </p:cNvPr>
            <p:cNvSpPr/>
            <p:nvPr/>
          </p:nvSpPr>
          <p:spPr>
            <a:xfrm>
              <a:off x="9331033" y="2881668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9" name="Oval 1108">
              <a:extLst>
                <a:ext uri="{FF2B5EF4-FFF2-40B4-BE49-F238E27FC236}">
                  <a16:creationId xmlns:a16="http://schemas.microsoft.com/office/drawing/2014/main" id="{7FD61DEA-40C9-4529-83C4-2DA75EA4EBEC}"/>
                </a:ext>
              </a:extLst>
            </p:cNvPr>
            <p:cNvSpPr/>
            <p:nvPr/>
          </p:nvSpPr>
          <p:spPr>
            <a:xfrm>
              <a:off x="9980603" y="2845311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0" name="Oval 1109">
              <a:extLst>
                <a:ext uri="{FF2B5EF4-FFF2-40B4-BE49-F238E27FC236}">
                  <a16:creationId xmlns:a16="http://schemas.microsoft.com/office/drawing/2014/main" id="{C49BA75B-2D61-4DF1-8008-999E16CF3E9C}"/>
                </a:ext>
              </a:extLst>
            </p:cNvPr>
            <p:cNvSpPr/>
            <p:nvPr/>
          </p:nvSpPr>
          <p:spPr>
            <a:xfrm>
              <a:off x="5584848" y="2611290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1" name="Oval 1110">
              <a:extLst>
                <a:ext uri="{FF2B5EF4-FFF2-40B4-BE49-F238E27FC236}">
                  <a16:creationId xmlns:a16="http://schemas.microsoft.com/office/drawing/2014/main" id="{300A89F7-0744-43A0-872E-8CEA8A3E5FC5}"/>
                </a:ext>
              </a:extLst>
            </p:cNvPr>
            <p:cNvSpPr/>
            <p:nvPr/>
          </p:nvSpPr>
          <p:spPr>
            <a:xfrm>
              <a:off x="7918677" y="2578033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2" name="Oval 1111">
              <a:extLst>
                <a:ext uri="{FF2B5EF4-FFF2-40B4-BE49-F238E27FC236}">
                  <a16:creationId xmlns:a16="http://schemas.microsoft.com/office/drawing/2014/main" id="{F53EF22A-376B-45A0-AA7A-6620546C78A7}"/>
                </a:ext>
              </a:extLst>
            </p:cNvPr>
            <p:cNvSpPr/>
            <p:nvPr/>
          </p:nvSpPr>
          <p:spPr>
            <a:xfrm>
              <a:off x="7164152" y="2397090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3" name="Oval 1112">
              <a:extLst>
                <a:ext uri="{FF2B5EF4-FFF2-40B4-BE49-F238E27FC236}">
                  <a16:creationId xmlns:a16="http://schemas.microsoft.com/office/drawing/2014/main" id="{F55C12E8-FFA4-451A-97B9-DB7AA520BADC}"/>
                </a:ext>
              </a:extLst>
            </p:cNvPr>
            <p:cNvSpPr/>
            <p:nvPr/>
          </p:nvSpPr>
          <p:spPr>
            <a:xfrm>
              <a:off x="3276269" y="2190716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4" name="Oval 1113">
              <a:extLst>
                <a:ext uri="{FF2B5EF4-FFF2-40B4-BE49-F238E27FC236}">
                  <a16:creationId xmlns:a16="http://schemas.microsoft.com/office/drawing/2014/main" id="{5EB15050-A700-46B2-85A6-AB2E5D6BBC25}"/>
                </a:ext>
              </a:extLst>
            </p:cNvPr>
            <p:cNvSpPr/>
            <p:nvPr/>
          </p:nvSpPr>
          <p:spPr>
            <a:xfrm>
              <a:off x="2320220" y="2548325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5" name="Oval 1114">
              <a:extLst>
                <a:ext uri="{FF2B5EF4-FFF2-40B4-BE49-F238E27FC236}">
                  <a16:creationId xmlns:a16="http://schemas.microsoft.com/office/drawing/2014/main" id="{C4DDF4E3-5139-4878-BCAF-ADCCB500B01D}"/>
                </a:ext>
              </a:extLst>
            </p:cNvPr>
            <p:cNvSpPr/>
            <p:nvPr/>
          </p:nvSpPr>
          <p:spPr>
            <a:xfrm>
              <a:off x="2701437" y="2202802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6" name="Oval 1115">
              <a:extLst>
                <a:ext uri="{FF2B5EF4-FFF2-40B4-BE49-F238E27FC236}">
                  <a16:creationId xmlns:a16="http://schemas.microsoft.com/office/drawing/2014/main" id="{90B5D6AE-C6FF-4A3E-8047-1265E45FC53E}"/>
                </a:ext>
              </a:extLst>
            </p:cNvPr>
            <p:cNvSpPr/>
            <p:nvPr/>
          </p:nvSpPr>
          <p:spPr>
            <a:xfrm>
              <a:off x="8644468" y="2411823"/>
              <a:ext cx="151235" cy="15123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7" name="Oval 1116">
              <a:extLst>
                <a:ext uri="{FF2B5EF4-FFF2-40B4-BE49-F238E27FC236}">
                  <a16:creationId xmlns:a16="http://schemas.microsoft.com/office/drawing/2014/main" id="{ECDA49CF-42B0-4CB3-A056-DC9AAD963EDD}"/>
                </a:ext>
              </a:extLst>
            </p:cNvPr>
            <p:cNvSpPr/>
            <p:nvPr/>
          </p:nvSpPr>
          <p:spPr>
            <a:xfrm>
              <a:off x="3183230" y="2475084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8" name="Oval 1117">
              <a:extLst>
                <a:ext uri="{FF2B5EF4-FFF2-40B4-BE49-F238E27FC236}">
                  <a16:creationId xmlns:a16="http://schemas.microsoft.com/office/drawing/2014/main" id="{E44417CE-7E62-47F0-80FF-EF9912449D19}"/>
                </a:ext>
              </a:extLst>
            </p:cNvPr>
            <p:cNvSpPr/>
            <p:nvPr/>
          </p:nvSpPr>
          <p:spPr>
            <a:xfrm>
              <a:off x="4591897" y="2446016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9" name="Oval 1118">
              <a:extLst>
                <a:ext uri="{FF2B5EF4-FFF2-40B4-BE49-F238E27FC236}">
                  <a16:creationId xmlns:a16="http://schemas.microsoft.com/office/drawing/2014/main" id="{72B77B10-778E-4C66-985C-0B3D0F2E6CCE}"/>
                </a:ext>
              </a:extLst>
            </p:cNvPr>
            <p:cNvSpPr/>
            <p:nvPr/>
          </p:nvSpPr>
          <p:spPr>
            <a:xfrm>
              <a:off x="4271217" y="2069359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0" name="Oval 1119">
              <a:extLst>
                <a:ext uri="{FF2B5EF4-FFF2-40B4-BE49-F238E27FC236}">
                  <a16:creationId xmlns:a16="http://schemas.microsoft.com/office/drawing/2014/main" id="{49AE976B-3D74-45A9-A516-20EB7218E791}"/>
                </a:ext>
              </a:extLst>
            </p:cNvPr>
            <p:cNvSpPr/>
            <p:nvPr/>
          </p:nvSpPr>
          <p:spPr>
            <a:xfrm>
              <a:off x="5324350" y="2251783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1" name="Oval 1120">
              <a:extLst>
                <a:ext uri="{FF2B5EF4-FFF2-40B4-BE49-F238E27FC236}">
                  <a16:creationId xmlns:a16="http://schemas.microsoft.com/office/drawing/2014/main" id="{D0EE3D97-8FEA-4121-8964-C4446DFEBD52}"/>
                </a:ext>
              </a:extLst>
            </p:cNvPr>
            <p:cNvSpPr/>
            <p:nvPr/>
          </p:nvSpPr>
          <p:spPr>
            <a:xfrm>
              <a:off x="4668603" y="2236995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2" name="Oval 1121">
              <a:extLst>
                <a:ext uri="{FF2B5EF4-FFF2-40B4-BE49-F238E27FC236}">
                  <a16:creationId xmlns:a16="http://schemas.microsoft.com/office/drawing/2014/main" id="{3945369F-084C-42CC-90F6-22212CF706D3}"/>
                </a:ext>
              </a:extLst>
            </p:cNvPr>
            <p:cNvSpPr/>
            <p:nvPr/>
          </p:nvSpPr>
          <p:spPr>
            <a:xfrm>
              <a:off x="1763992" y="2582518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3" name="Oval 1122">
              <a:extLst>
                <a:ext uri="{FF2B5EF4-FFF2-40B4-BE49-F238E27FC236}">
                  <a16:creationId xmlns:a16="http://schemas.microsoft.com/office/drawing/2014/main" id="{3E6056E0-4106-4F20-9602-593AB57A0A74}"/>
                </a:ext>
              </a:extLst>
            </p:cNvPr>
            <p:cNvSpPr/>
            <p:nvPr/>
          </p:nvSpPr>
          <p:spPr>
            <a:xfrm>
              <a:off x="2179534" y="2959580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4" name="Oval 1123">
              <a:extLst>
                <a:ext uri="{FF2B5EF4-FFF2-40B4-BE49-F238E27FC236}">
                  <a16:creationId xmlns:a16="http://schemas.microsoft.com/office/drawing/2014/main" id="{A4F23476-BAAC-4590-8A30-500746F17D17}"/>
                </a:ext>
              </a:extLst>
            </p:cNvPr>
            <p:cNvSpPr/>
            <p:nvPr/>
          </p:nvSpPr>
          <p:spPr>
            <a:xfrm>
              <a:off x="2913224" y="2774120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5" name="Oval 1124">
              <a:extLst>
                <a:ext uri="{FF2B5EF4-FFF2-40B4-BE49-F238E27FC236}">
                  <a16:creationId xmlns:a16="http://schemas.microsoft.com/office/drawing/2014/main" id="{8D0855FA-6A5A-430C-A791-099B94EB34C1}"/>
                </a:ext>
              </a:extLst>
            </p:cNvPr>
            <p:cNvSpPr/>
            <p:nvPr/>
          </p:nvSpPr>
          <p:spPr>
            <a:xfrm>
              <a:off x="5577617" y="2161378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6" name="Oval 1125">
              <a:extLst>
                <a:ext uri="{FF2B5EF4-FFF2-40B4-BE49-F238E27FC236}">
                  <a16:creationId xmlns:a16="http://schemas.microsoft.com/office/drawing/2014/main" id="{0319B2A4-DA08-4950-A74C-5468139BD57B}"/>
                </a:ext>
              </a:extLst>
            </p:cNvPr>
            <p:cNvSpPr/>
            <p:nvPr/>
          </p:nvSpPr>
          <p:spPr>
            <a:xfrm>
              <a:off x="6576027" y="2278419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7" name="Oval 1126">
              <a:extLst>
                <a:ext uri="{FF2B5EF4-FFF2-40B4-BE49-F238E27FC236}">
                  <a16:creationId xmlns:a16="http://schemas.microsoft.com/office/drawing/2014/main" id="{80A8D361-9F5C-423B-8397-909E2EC0DE90}"/>
                </a:ext>
              </a:extLst>
            </p:cNvPr>
            <p:cNvSpPr/>
            <p:nvPr/>
          </p:nvSpPr>
          <p:spPr>
            <a:xfrm>
              <a:off x="5244365" y="2557932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8" name="Oval 1127">
              <a:extLst>
                <a:ext uri="{FF2B5EF4-FFF2-40B4-BE49-F238E27FC236}">
                  <a16:creationId xmlns:a16="http://schemas.microsoft.com/office/drawing/2014/main" id="{53C65795-06F1-44AC-AE63-809B09B95282}"/>
                </a:ext>
              </a:extLst>
            </p:cNvPr>
            <p:cNvSpPr/>
            <p:nvPr/>
          </p:nvSpPr>
          <p:spPr>
            <a:xfrm>
              <a:off x="6395838" y="2516508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9" name="Oval 1128">
              <a:extLst>
                <a:ext uri="{FF2B5EF4-FFF2-40B4-BE49-F238E27FC236}">
                  <a16:creationId xmlns:a16="http://schemas.microsoft.com/office/drawing/2014/main" id="{CCC93BF8-386F-44BA-BE01-45A0EA89DE27}"/>
                </a:ext>
              </a:extLst>
            </p:cNvPr>
            <p:cNvSpPr/>
            <p:nvPr/>
          </p:nvSpPr>
          <p:spPr>
            <a:xfrm>
              <a:off x="9822391" y="3007728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0" name="Oval 1129">
              <a:extLst>
                <a:ext uri="{FF2B5EF4-FFF2-40B4-BE49-F238E27FC236}">
                  <a16:creationId xmlns:a16="http://schemas.microsoft.com/office/drawing/2014/main" id="{574765DE-D9C2-4754-8FFE-6B90663D336C}"/>
                </a:ext>
              </a:extLst>
            </p:cNvPr>
            <p:cNvSpPr/>
            <p:nvPr/>
          </p:nvSpPr>
          <p:spPr>
            <a:xfrm>
              <a:off x="7165750" y="2709636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1" name="Oval 1130">
              <a:extLst>
                <a:ext uri="{FF2B5EF4-FFF2-40B4-BE49-F238E27FC236}">
                  <a16:creationId xmlns:a16="http://schemas.microsoft.com/office/drawing/2014/main" id="{CDC5DE93-0EEE-4985-A4FF-C8CE8268C85F}"/>
                </a:ext>
              </a:extLst>
            </p:cNvPr>
            <p:cNvSpPr/>
            <p:nvPr/>
          </p:nvSpPr>
          <p:spPr>
            <a:xfrm>
              <a:off x="6946917" y="2350916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2" name="Oval 1131">
              <a:extLst>
                <a:ext uri="{FF2B5EF4-FFF2-40B4-BE49-F238E27FC236}">
                  <a16:creationId xmlns:a16="http://schemas.microsoft.com/office/drawing/2014/main" id="{D6F0CF9B-6AA1-4A4F-8BE7-2FE87142A55E}"/>
                </a:ext>
              </a:extLst>
            </p:cNvPr>
            <p:cNvSpPr/>
            <p:nvPr/>
          </p:nvSpPr>
          <p:spPr>
            <a:xfrm>
              <a:off x="7629236" y="2798820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3" name="Oval 1132">
              <a:extLst>
                <a:ext uri="{FF2B5EF4-FFF2-40B4-BE49-F238E27FC236}">
                  <a16:creationId xmlns:a16="http://schemas.microsoft.com/office/drawing/2014/main" id="{9616C18D-D5DA-412B-A1EE-F336DA1E0A86}"/>
                </a:ext>
              </a:extLst>
            </p:cNvPr>
            <p:cNvSpPr/>
            <p:nvPr/>
          </p:nvSpPr>
          <p:spPr>
            <a:xfrm>
              <a:off x="7647547" y="2451560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4" name="Oval 1133">
              <a:extLst>
                <a:ext uri="{FF2B5EF4-FFF2-40B4-BE49-F238E27FC236}">
                  <a16:creationId xmlns:a16="http://schemas.microsoft.com/office/drawing/2014/main" id="{455BFA66-7024-449A-B560-C35C123F5F3F}"/>
                </a:ext>
              </a:extLst>
            </p:cNvPr>
            <p:cNvSpPr/>
            <p:nvPr/>
          </p:nvSpPr>
          <p:spPr>
            <a:xfrm>
              <a:off x="8410035" y="2702855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5" name="Oval 1134">
              <a:extLst>
                <a:ext uri="{FF2B5EF4-FFF2-40B4-BE49-F238E27FC236}">
                  <a16:creationId xmlns:a16="http://schemas.microsoft.com/office/drawing/2014/main" id="{893F4924-63BE-4B1D-9F7A-CE97A0CDD681}"/>
                </a:ext>
              </a:extLst>
            </p:cNvPr>
            <p:cNvSpPr/>
            <p:nvPr/>
          </p:nvSpPr>
          <p:spPr>
            <a:xfrm>
              <a:off x="8999915" y="2785703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6" name="Oval 1135">
              <a:extLst>
                <a:ext uri="{FF2B5EF4-FFF2-40B4-BE49-F238E27FC236}">
                  <a16:creationId xmlns:a16="http://schemas.microsoft.com/office/drawing/2014/main" id="{93A6FE11-00B6-4149-A84E-E99CC6B50E1C}"/>
                </a:ext>
              </a:extLst>
            </p:cNvPr>
            <p:cNvSpPr/>
            <p:nvPr/>
          </p:nvSpPr>
          <p:spPr>
            <a:xfrm>
              <a:off x="9131397" y="3116063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7" name="Oval 1136">
              <a:extLst>
                <a:ext uri="{FF2B5EF4-FFF2-40B4-BE49-F238E27FC236}">
                  <a16:creationId xmlns:a16="http://schemas.microsoft.com/office/drawing/2014/main" id="{5551B856-61EB-4401-BBF5-2B4E11D8B141}"/>
                </a:ext>
              </a:extLst>
            </p:cNvPr>
            <p:cNvSpPr/>
            <p:nvPr/>
          </p:nvSpPr>
          <p:spPr>
            <a:xfrm>
              <a:off x="9660395" y="2793739"/>
              <a:ext cx="82848" cy="8284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494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Loren.Stearman</dc:creator>
  <cp:lastModifiedBy>Loren.Stearman</cp:lastModifiedBy>
  <cp:revision>1</cp:revision>
  <dcterms:created xsi:type="dcterms:W3CDTF">2026-06-29T22:43:54Z</dcterms:created>
  <dcterms:modified xsi:type="dcterms:W3CDTF">2026-06-29T22:44:13Z</dcterms:modified>
</cp:coreProperties>
</file>